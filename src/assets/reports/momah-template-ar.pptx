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heme/themeOverride1.xml" ContentType="application/vnd.openxmlformats-officedocument.themeOverride+xml"/>
  <Override PartName="/ppt/tags/tag14.xml" ContentType="application/vnd.openxmlformats-officedocument.presentationml.tags+xml"/>
  <Override PartName="/ppt/tags/tag15.xml" ContentType="application/vnd.openxmlformats-officedocument.presentationml.tags+xml"/>
  <Override PartName="/ppt/theme/themeOverride2.xml" ContentType="application/vnd.openxmlformats-officedocument.themeOverride+xml"/>
  <Override PartName="/ppt/tags/tag16.xml" ContentType="application/vnd.openxmlformats-officedocument.presentationml.tags+xml"/>
  <Override PartName="/ppt/tags/tag17.xml" ContentType="application/vnd.openxmlformats-officedocument.presentationml.tags+xml"/>
  <Override PartName="/ppt/theme/themeOverride3.xml" ContentType="application/vnd.openxmlformats-officedocument.themeOverride+xml"/>
  <Override PartName="/ppt/tags/tag18.xml" ContentType="application/vnd.openxmlformats-officedocument.presentationml.tags+xml"/>
  <Override PartName="/ppt/tags/tag19.xml" ContentType="application/vnd.openxmlformats-officedocument.presentationml.tags+xml"/>
  <Override PartName="/ppt/theme/themeOverride4.xml" ContentType="application/vnd.openxmlformats-officedocument.themeOverride+xml"/>
  <Override PartName="/ppt/tags/tag20.xml" ContentType="application/vnd.openxmlformats-officedocument.presentationml.tags+xml"/>
  <Override PartName="/ppt/tags/tag21.xml" ContentType="application/vnd.openxmlformats-officedocument.presentationml.tags+xml"/>
  <Override PartName="/ppt/theme/themeOverride5.xml" ContentType="application/vnd.openxmlformats-officedocument.themeOverride+xml"/>
  <Override PartName="/ppt/tags/tag22.xml" ContentType="application/vnd.openxmlformats-officedocument.presentationml.tags+xml"/>
  <Override PartName="/ppt/tags/tag23.xml" ContentType="application/vnd.openxmlformats-officedocument.presentationml.tags+xml"/>
  <Override PartName="/ppt/theme/themeOverride6.xml" ContentType="application/vnd.openxmlformats-officedocument.themeOverride+xml"/>
  <Override PartName="/ppt/tags/tag24.xml" ContentType="application/vnd.openxmlformats-officedocument.presentationml.tags+xml"/>
  <Override PartName="/ppt/tags/tag25.xml" ContentType="application/vnd.openxmlformats-officedocument.presentationml.tags+xml"/>
  <Override PartName="/ppt/theme/themeOverride7.xml" ContentType="application/vnd.openxmlformats-officedocument.themeOverr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heme/themeOverride8.xml" ContentType="application/vnd.openxmlformats-officedocument.themeOverr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heme/themeOverride9.xml" ContentType="application/vnd.openxmlformats-officedocument.themeOverr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heme/themeOverride10.xml" ContentType="application/vnd.openxmlformats-officedocument.themeOverr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heme/themeOverride11.xml" ContentType="application/vnd.openxmlformats-officedocument.themeOverr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heme/themeOverride12.xml" ContentType="application/vnd.openxmlformats-officedocument.themeOverr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heme/themeOverride13.xml" ContentType="application/vnd.openxmlformats-officedocument.themeOverride+xml"/>
  <Override PartName="/ppt/tags/tag66.xml" ContentType="application/vnd.openxmlformats-officedocument.presentationml.tags+xml"/>
  <Override PartName="/ppt/tags/tag67.xml" ContentType="application/vnd.openxmlformats-officedocument.presentationml.tags+xml"/>
  <Override PartName="/ppt/theme/themeOverride14.xml" ContentType="application/vnd.openxmlformats-officedocument.themeOverride+xml"/>
  <Override PartName="/ppt/tags/tag68.xml" ContentType="application/vnd.openxmlformats-officedocument.presentationml.tags+xml"/>
  <Override PartName="/ppt/tags/tag69.xml" ContentType="application/vnd.openxmlformats-officedocument.presentationml.tags+xml"/>
  <Override PartName="/ppt/theme/themeOverride15.xml" ContentType="application/vnd.openxmlformats-officedocument.themeOverride+xml"/>
  <Override PartName="/ppt/tags/tag70.xml" ContentType="application/vnd.openxmlformats-officedocument.presentationml.tags+xml"/>
  <Override PartName="/ppt/tags/tag71.xml" ContentType="application/vnd.openxmlformats-officedocument.presentationml.tags+xml"/>
  <Override PartName="/ppt/theme/themeOverride16.xml" ContentType="application/vnd.openxmlformats-officedocument.themeOverride+xml"/>
  <Override PartName="/ppt/tags/tag72.xml" ContentType="application/vnd.openxmlformats-officedocument.presentationml.tags+xml"/>
  <Override PartName="/ppt/tags/tag73.xml" ContentType="application/vnd.openxmlformats-officedocument.presentationml.tags+xml"/>
  <Override PartName="/ppt/theme/themeOverride17.xml" ContentType="application/vnd.openxmlformats-officedocument.themeOverride+xml"/>
  <Override PartName="/ppt/tags/tag74.xml" ContentType="application/vnd.openxmlformats-officedocument.presentationml.tags+xml"/>
  <Override PartName="/ppt/tags/tag75.xml" ContentType="application/vnd.openxmlformats-officedocument.presentationml.tags+xml"/>
  <Override PartName="/ppt/theme/themeOverride18.xml" ContentType="application/vnd.openxmlformats-officedocument.themeOverride+xml"/>
  <Override PartName="/ppt/tags/tag76.xml" ContentType="application/vnd.openxmlformats-officedocument.presentationml.tags+xml"/>
  <Override PartName="/ppt/tags/tag77.xml" ContentType="application/vnd.openxmlformats-officedocument.presentationml.tags+xml"/>
  <Override PartName="/ppt/theme/themeOverride19.xml" ContentType="application/vnd.openxmlformats-officedocument.themeOverr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Override20.xml" ContentType="application/vnd.openxmlformats-officedocument.themeOverr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heme/themeOverride21.xml" ContentType="application/vnd.openxmlformats-officedocument.themeOverride+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heme/themeOverride22.xml" ContentType="application/vnd.openxmlformats-officedocument.themeOverride+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heme/themeOverride23.xml" ContentType="application/vnd.openxmlformats-officedocument.themeOverr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heme/themeOverride24.xml" ContentType="application/vnd.openxmlformats-officedocument.themeOverride+xml"/>
  <Override PartName="/ppt/tags/tag101.xml" ContentType="application/vnd.openxmlformats-officedocument.presentationml.tags+xml"/>
  <Override PartName="/ppt/theme/themeOverride25.xml" ContentType="application/vnd.openxmlformats-officedocument.themeOverride+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heme/themeOverride26.xml" ContentType="application/vnd.openxmlformats-officedocument.themeOverride+xml"/>
  <Override PartName="/ppt/tags/tag109.xml" ContentType="application/vnd.openxmlformats-officedocument.presentationml.tags+xml"/>
  <Override PartName="/ppt/tags/tag110.xml" ContentType="application/vnd.openxmlformats-officedocument.presentationml.tags+xml"/>
  <Override PartName="/ppt/theme/themeOverride27.xml" ContentType="application/vnd.openxmlformats-officedocument.themeOverride+xml"/>
  <Override PartName="/ppt/tags/tag111.xml" ContentType="application/vnd.openxmlformats-officedocument.presentationml.tags+xml"/>
  <Override PartName="/ppt/theme/themeOverride28.xml" ContentType="application/vnd.openxmlformats-officedocument.themeOverride+xml"/>
  <Override PartName="/ppt/tags/tag112.xml" ContentType="application/vnd.openxmlformats-officedocument.presentationml.tags+xml"/>
  <Override PartName="/ppt/theme/themeOverride29.xml" ContentType="application/vnd.openxmlformats-officedocument.themeOverride+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heme/themeOverride30.xml" ContentType="application/vnd.openxmlformats-officedocument.themeOverride+xml"/>
  <Override PartName="/ppt/tags/tag118.xml" ContentType="application/vnd.openxmlformats-officedocument.presentationml.tags+xml"/>
  <Override PartName="/ppt/theme/themeOverride31.xml" ContentType="application/vnd.openxmlformats-officedocument.themeOverride+xml"/>
  <Override PartName="/ppt/tags/tag11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20.xml" ContentType="application/vnd.openxmlformats-officedocument.presentationml.tags+xml"/>
  <Override PartName="/ppt/notesSlides/notesSlide1.xml" ContentType="application/vnd.openxmlformats-officedocument.presentationml.notesSlide+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notesSlides/notesSlide2.xml" ContentType="application/vnd.openxmlformats-officedocument.presentationml.notesSlide+xml"/>
  <Override PartName="/ppt/tags/tag124.xml" ContentType="application/vnd.openxmlformats-officedocument.presentationml.tags+xml"/>
  <Override PartName="/ppt/notesSlides/notesSlide3.xml" ContentType="application/vnd.openxmlformats-officedocument.presentationml.notesSlide+xml"/>
  <Override PartName="/ppt/tags/tag125.xml" ContentType="application/vnd.openxmlformats-officedocument.presentationml.tags+xml"/>
  <Override PartName="/ppt/notesSlides/notesSlide4.xml" ContentType="application/vnd.openxmlformats-officedocument.presentationml.notesSlide+xml"/>
  <Override PartName="/ppt/tags/tag12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5186" r:id="rId1"/>
  </p:sldMasterIdLst>
  <p:notesMasterIdLst>
    <p:notesMasterId r:id="rId7"/>
  </p:notesMasterIdLst>
  <p:handoutMasterIdLst>
    <p:handoutMasterId r:id="rId8"/>
  </p:handoutMasterIdLst>
  <p:sldIdLst>
    <p:sldId id="276" r:id="rId2"/>
    <p:sldId id="277" r:id="rId3"/>
    <p:sldId id="278" r:id="rId4"/>
    <p:sldId id="279" r:id="rId5"/>
    <p:sldId id="280" r:id="rId6"/>
  </p:sldIdLst>
  <p:sldSz cx="12192000" cy="6858000"/>
  <p:notesSz cx="6950075" cy="9236075"/>
  <p:custShowLst>
    <p:custShow name="Format Guide Workshop" id="0">
      <p:sldLst/>
    </p:custShow>
  </p:custShowLst>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323" autoAdjust="0"/>
  </p:normalViewPr>
  <p:slideViewPr>
    <p:cSldViewPr snapToGrid="0">
      <p:cViewPr>
        <p:scale>
          <a:sx n="68" d="100"/>
          <a:sy n="68" d="100"/>
        </p:scale>
        <p:origin x="72" y="18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39601" cy="39601"/>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10/28/2026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rtl="1" eaLnBrk="1"/>
            <a:endParaRPr lang="ar-AE" dirty="0">
              <a:latin typeface="+mn-lt"/>
              <a:ea typeface="+mn-ea"/>
              <a:cs typeface="+mn-cs"/>
              <a:sym typeface="+mn-lt"/>
            </a:endParaRPr>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r" rtl="1" eaLnBrk="1">
              <a:defRPr sz="1400">
                <a:latin typeface="+mn-lt"/>
                <a:ea typeface="+mn-ea"/>
                <a:cs typeface="+mn-cs"/>
                <a:sym typeface="+mn-lt"/>
              </a:defRPr>
            </a:lvl1pPr>
          </a:lstStyle>
          <a:p>
            <a:endParaRPr lang="ar-AE"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r" rtl="1" eaLnBrk="1">
              <a:defRPr sz="1400">
                <a:latin typeface="+mn-lt"/>
                <a:ea typeface="+mn-ea"/>
                <a:cs typeface="+mn-cs"/>
                <a:sym typeface="+mn-lt"/>
              </a:defRPr>
            </a:lvl1pPr>
          </a:lstStyle>
          <a:p>
            <a:endParaRPr lang="ar-AE"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l" rtl="1">
              <a:defRPr sz="1400">
                <a:latin typeface="+mn-lt"/>
                <a:ea typeface="+mn-ea"/>
                <a:cs typeface="+mn-cs"/>
                <a:sym typeface="+mn-lt"/>
              </a:defRPr>
            </a:lvl1pPr>
          </a:lstStyle>
          <a:p>
            <a:r>
              <a:rPr lang="ar-AE"/>
              <a:t>Notes view: </a:t>
            </a:r>
            <a:fld id="{128CEAFE-FA94-43E5-B0FF-D47E1CCDD1B4}" type="slidenum">
              <a:rPr lang="ar-AE" smtClean="0"/>
              <a:pPr/>
              <a:t>‹#›</a:t>
            </a:fld>
            <a:endParaRPr lang="ar-AE"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ar-AE" dirty="0"/>
              <a:t>Edit Master text styles</a:t>
            </a:r>
          </a:p>
          <a:p>
            <a:pPr lvl="1"/>
            <a:r>
              <a:rPr lang="ar-AE" dirty="0"/>
              <a:t>Second level</a:t>
            </a:r>
          </a:p>
          <a:p>
            <a:pPr lvl="2"/>
            <a:r>
              <a:rPr lang="ar-AE" dirty="0"/>
              <a:t>Third level</a:t>
            </a:r>
          </a:p>
          <a:p>
            <a:pPr lvl="3"/>
            <a:r>
              <a:rPr lang="ar-AE" dirty="0"/>
              <a:t>Fourth level</a:t>
            </a:r>
          </a:p>
          <a:p>
            <a:pPr lvl="4"/>
            <a:r>
              <a:rPr lang="ar-AE"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l" rtl="1">
              <a:defRPr sz="1200">
                <a:latin typeface="+mn-lt"/>
                <a:ea typeface="+mn-ea"/>
                <a:cs typeface="+mn-cs"/>
                <a:sym typeface="+mn-lt"/>
              </a:defRPr>
            </a:lvl1pPr>
          </a:lstStyle>
          <a:p>
            <a:fld id="{F2C7CF5F-7CF3-4DF3-838A-EE34544862CC}" type="datetimeFigureOut">
              <a:rPr lang="ar-AE" smtClean="0"/>
              <a:pPr/>
              <a:t>17/05/1448</a:t>
            </a:fld>
            <a:endParaRPr lang="ar-AE" dirty="0"/>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r" defTabSz="914400" rtl="1" eaLnBrk="1" latinLnBrk="0" hangingPunct="1">
      <a:spcAft>
        <a:spcPts val="600"/>
      </a:spcAft>
      <a:buFont typeface="Arial" panose="020B0604020202020204" pitchFamily="34" charset="0"/>
      <a:buChar char="​"/>
      <a:defRPr sz="1200" kern="1200">
        <a:solidFill>
          <a:schemeClr val="tx1"/>
        </a:solidFill>
        <a:latin typeface="+mn-lt"/>
        <a:ea typeface="+mn-ea"/>
        <a:cs typeface="+mn-cs"/>
        <a:sym typeface="+mn-lt"/>
      </a:defRPr>
    </a:lvl1pPr>
    <a:lvl2pPr marL="114300" indent="-114300" algn="r" defTabSz="914400" rtl="1" eaLnBrk="1" latinLnBrk="0" hangingPunct="1">
      <a:spcAft>
        <a:spcPts val="600"/>
      </a:spcAft>
      <a:buFont typeface="Arial" panose="020B0604020202020204" pitchFamily="34" charset="0"/>
      <a:buChar char="•"/>
      <a:defRPr sz="1200" kern="1200">
        <a:solidFill>
          <a:schemeClr val="tx1"/>
        </a:solidFill>
        <a:latin typeface="+mn-lt"/>
        <a:ea typeface="+mn-ea"/>
        <a:cs typeface="+mn-cs"/>
        <a:sym typeface="+mn-lt"/>
      </a:defRPr>
    </a:lvl2pPr>
    <a:lvl3pPr marL="228600" indent="-114300" algn="r" defTabSz="914400" rtl="1"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sym typeface="+mn-lt"/>
      </a:defRPr>
    </a:lvl3pPr>
    <a:lvl4pPr marL="514350" indent="-114300" algn="r" defTabSz="914400" rtl="1" eaLnBrk="1" latinLnBrk="0" hangingPunct="1">
      <a:spcAft>
        <a:spcPts val="600"/>
      </a:spcAft>
      <a:buFont typeface="Arial" panose="020B0604020202020204" pitchFamily="34" charset="0"/>
      <a:buChar char="•"/>
      <a:defRPr sz="1000" kern="1200">
        <a:solidFill>
          <a:schemeClr val="tx1"/>
        </a:solidFill>
        <a:latin typeface="+mn-lt"/>
        <a:ea typeface="+mn-ea"/>
        <a:cs typeface="+mn-cs"/>
        <a:sym typeface="+mn-lt"/>
      </a:defRPr>
    </a:lvl4pPr>
    <a:lvl5pPr marL="685800" indent="-114300" algn="r" defTabSz="914400" rtl="1"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sym typeface="+mn-lt"/>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ar-AE" dirty="0"/>
          </a:p>
        </p:txBody>
      </p:sp>
      <p:sp>
        <p:nvSpPr>
          <p:cNvPr id="4" name="Slide Number Placeholder 3"/>
          <p:cNvSpPr>
            <a:spLocks noGrp="1"/>
          </p:cNvSpPr>
          <p:nvPr>
            <p:ph type="sldNum" sz="quarter" idx="10"/>
          </p:nvPr>
        </p:nvSpPr>
        <p:spPr/>
        <p:txBody>
          <a:bodyPr/>
          <a:lstStyle/>
          <a:p>
            <a:fld id="{ADFED875-7CA7-4683-B586-34E1A4A09D12}" type="slidenum">
              <a:rPr lang="ar-AE" smtClean="0"/>
              <a:pPr/>
              <a:t>1</a:t>
            </a:fld>
            <a:endParaRPr lang="ar-AE" dirty="0"/>
          </a:p>
        </p:txBody>
      </p:sp>
    </p:spTree>
    <p:extLst>
      <p:ext uri="{BB962C8B-B14F-4D97-AF65-F5344CB8AC3E}">
        <p14:creationId xmlns:p14="http://schemas.microsoft.com/office/powerpoint/2010/main" val="3256858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ar-AE" dirty="0"/>
          </a:p>
        </p:txBody>
      </p:sp>
      <p:sp>
        <p:nvSpPr>
          <p:cNvPr id="4" name="Slide Number Placeholder 3"/>
          <p:cNvSpPr>
            <a:spLocks noGrp="1"/>
          </p:cNvSpPr>
          <p:nvPr>
            <p:ph type="sldNum" sz="quarter" idx="10"/>
          </p:nvPr>
        </p:nvSpPr>
        <p:spPr/>
        <p:txBody>
          <a:bodyPr/>
          <a:lstStyle/>
          <a:p>
            <a:fld id="{ADFED875-7CA7-4683-B586-34E1A4A09D12}" type="slidenum">
              <a:rPr lang="ar-AE" smtClean="0"/>
              <a:pPr/>
              <a:t>2</a:t>
            </a:fld>
            <a:endParaRPr lang="ar-AE" dirty="0"/>
          </a:p>
        </p:txBody>
      </p:sp>
    </p:spTree>
    <p:extLst>
      <p:ext uri="{BB962C8B-B14F-4D97-AF65-F5344CB8AC3E}">
        <p14:creationId xmlns:p14="http://schemas.microsoft.com/office/powerpoint/2010/main" val="4241190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ar-AE" dirty="0"/>
          </a:p>
        </p:txBody>
      </p:sp>
      <p:sp>
        <p:nvSpPr>
          <p:cNvPr id="4" name="Slide Number Placeholder 3"/>
          <p:cNvSpPr>
            <a:spLocks noGrp="1"/>
          </p:cNvSpPr>
          <p:nvPr>
            <p:ph type="sldNum" sz="quarter" idx="10"/>
          </p:nvPr>
        </p:nvSpPr>
        <p:spPr/>
        <p:txBody>
          <a:bodyPr/>
          <a:lstStyle/>
          <a:p>
            <a:fld id="{ADFED875-7CA7-4683-B586-34E1A4A09D12}" type="slidenum">
              <a:rPr lang="ar-AE" smtClean="0"/>
              <a:pPr/>
              <a:t>3</a:t>
            </a:fld>
            <a:endParaRPr lang="ar-AE" dirty="0"/>
          </a:p>
        </p:txBody>
      </p:sp>
    </p:spTree>
    <p:extLst>
      <p:ext uri="{BB962C8B-B14F-4D97-AF65-F5344CB8AC3E}">
        <p14:creationId xmlns:p14="http://schemas.microsoft.com/office/powerpoint/2010/main" val="327356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ar-AE" dirty="0"/>
          </a:p>
        </p:txBody>
      </p:sp>
      <p:sp>
        <p:nvSpPr>
          <p:cNvPr id="4" name="Slide Number Placeholder 3"/>
          <p:cNvSpPr>
            <a:spLocks noGrp="1"/>
          </p:cNvSpPr>
          <p:nvPr>
            <p:ph type="sldNum" sz="quarter" idx="10"/>
          </p:nvPr>
        </p:nvSpPr>
        <p:spPr/>
        <p:txBody>
          <a:bodyPr/>
          <a:lstStyle/>
          <a:p>
            <a:fld id="{ADFED875-7CA7-4683-B586-34E1A4A09D12}" type="slidenum">
              <a:rPr lang="ar-AE" smtClean="0"/>
              <a:pPr/>
              <a:t>4</a:t>
            </a:fld>
            <a:endParaRPr lang="ar-AE" dirty="0"/>
          </a:p>
        </p:txBody>
      </p:sp>
    </p:spTree>
    <p:extLst>
      <p:ext uri="{BB962C8B-B14F-4D97-AF65-F5344CB8AC3E}">
        <p14:creationId xmlns:p14="http://schemas.microsoft.com/office/powerpoint/2010/main" val="1757223544"/>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slideMaster" Target="../slideMasters/slideMaster1.xml"/><Relationship Id="rId7" Type="http://schemas.openxmlformats.org/officeDocument/2006/relationships/image" Target="../media/image5.jpe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oleObject" Target="../embeddings/oleObject2.bin"/><Relationship Id="rId9" Type="http://schemas.openxmlformats.org/officeDocument/2006/relationships/image" Target="../media/image7.svg"/><Relationship Id="momahLogoFallback" Type="http://schemas.openxmlformats.org/officeDocument/2006/relationships/image" Target="../media/momah-logo-fallback.png"/></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9.jpeg"/><Relationship Id="rId5" Type="http://schemas.openxmlformats.org/officeDocument/2006/relationships/image" Target="../media/image8.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9.jpeg"/><Relationship Id="rId5" Type="http://schemas.openxmlformats.org/officeDocument/2006/relationships/image" Target="../media/image8.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8.emf"/><Relationship Id="rId4"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10.png"/><Relationship Id="rId5" Type="http://schemas.openxmlformats.org/officeDocument/2006/relationships/image" Target="../media/image8.emf"/><Relationship Id="rId4" Type="http://schemas.openxmlformats.org/officeDocument/2006/relationships/oleObject" Target="../embeddings/oleObject6.bin"/></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15.xml"/><Relationship Id="rId7" Type="http://schemas.openxmlformats.org/officeDocument/2006/relationships/image" Target="../media/image10.png"/><Relationship Id="rId2" Type="http://schemas.openxmlformats.org/officeDocument/2006/relationships/tags" Target="../tags/tag14.xml"/><Relationship Id="rId1" Type="http://schemas.openxmlformats.org/officeDocument/2006/relationships/themeOverride" Target="../theme/themeOverride1.xml"/><Relationship Id="rId6" Type="http://schemas.openxmlformats.org/officeDocument/2006/relationships/image" Target="../media/image8.emf"/><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17.xml"/><Relationship Id="rId7" Type="http://schemas.openxmlformats.org/officeDocument/2006/relationships/image" Target="../media/image11.png"/><Relationship Id="rId2" Type="http://schemas.openxmlformats.org/officeDocument/2006/relationships/tags" Target="../tags/tag16.xml"/><Relationship Id="rId1" Type="http://schemas.openxmlformats.org/officeDocument/2006/relationships/themeOverride" Target="../theme/themeOverride2.xml"/><Relationship Id="rId6" Type="http://schemas.openxmlformats.org/officeDocument/2006/relationships/image" Target="../media/image8.emf"/><Relationship Id="rId5" Type="http://schemas.openxmlformats.org/officeDocument/2006/relationships/oleObject" Target="../embeddings/oleObject8.bin"/><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19.xml"/><Relationship Id="rId7" Type="http://schemas.openxmlformats.org/officeDocument/2006/relationships/image" Target="../media/image11.png"/><Relationship Id="rId2" Type="http://schemas.openxmlformats.org/officeDocument/2006/relationships/tags" Target="../tags/tag18.xml"/><Relationship Id="rId1" Type="http://schemas.openxmlformats.org/officeDocument/2006/relationships/themeOverride" Target="../theme/themeOverride3.xml"/><Relationship Id="rId6" Type="http://schemas.openxmlformats.org/officeDocument/2006/relationships/image" Target="../media/image8.emf"/><Relationship Id="rId5" Type="http://schemas.openxmlformats.org/officeDocument/2006/relationships/oleObject" Target="../embeddings/oleObject9.bin"/><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21.xml"/><Relationship Id="rId7" Type="http://schemas.openxmlformats.org/officeDocument/2006/relationships/image" Target="../media/image11.png"/><Relationship Id="rId2" Type="http://schemas.openxmlformats.org/officeDocument/2006/relationships/tags" Target="../tags/tag20.xml"/><Relationship Id="rId1" Type="http://schemas.openxmlformats.org/officeDocument/2006/relationships/themeOverride" Target="../theme/themeOverride4.xml"/><Relationship Id="rId6" Type="http://schemas.openxmlformats.org/officeDocument/2006/relationships/image" Target="../media/image8.emf"/><Relationship Id="rId5" Type="http://schemas.openxmlformats.org/officeDocument/2006/relationships/oleObject" Target="../embeddings/oleObject10.bin"/><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23.xml"/><Relationship Id="rId7" Type="http://schemas.openxmlformats.org/officeDocument/2006/relationships/image" Target="../media/image11.png"/><Relationship Id="rId2" Type="http://schemas.openxmlformats.org/officeDocument/2006/relationships/tags" Target="../tags/tag22.xml"/><Relationship Id="rId1" Type="http://schemas.openxmlformats.org/officeDocument/2006/relationships/themeOverride" Target="../theme/themeOverride5.xml"/><Relationship Id="rId6" Type="http://schemas.openxmlformats.org/officeDocument/2006/relationships/image" Target="../media/image8.emf"/><Relationship Id="rId5" Type="http://schemas.openxmlformats.org/officeDocument/2006/relationships/oleObject" Target="../embeddings/oleObject11.bin"/><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25.xml"/><Relationship Id="rId7" Type="http://schemas.openxmlformats.org/officeDocument/2006/relationships/image" Target="../media/image11.png"/><Relationship Id="rId2" Type="http://schemas.openxmlformats.org/officeDocument/2006/relationships/tags" Target="../tags/tag24.xml"/><Relationship Id="rId1" Type="http://schemas.openxmlformats.org/officeDocument/2006/relationships/themeOverride" Target="../theme/themeOverride6.xml"/><Relationship Id="rId6" Type="http://schemas.openxmlformats.org/officeDocument/2006/relationships/image" Target="../media/image8.emf"/><Relationship Id="rId5" Type="http://schemas.openxmlformats.org/officeDocument/2006/relationships/oleObject" Target="../embeddings/oleObject12.bin"/><Relationship Id="rId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27.xml"/><Relationship Id="rId7" Type="http://schemas.openxmlformats.org/officeDocument/2006/relationships/image" Target="../media/image12.png"/><Relationship Id="rId2" Type="http://schemas.openxmlformats.org/officeDocument/2006/relationships/tags" Target="../tags/tag26.xml"/><Relationship Id="rId1" Type="http://schemas.openxmlformats.org/officeDocument/2006/relationships/themeOverride" Target="../theme/themeOverride7.xml"/><Relationship Id="rId6" Type="http://schemas.openxmlformats.org/officeDocument/2006/relationships/image" Target="../media/image8.emf"/><Relationship Id="rId5" Type="http://schemas.openxmlformats.org/officeDocument/2006/relationships/oleObject" Target="../embeddings/oleObject13.bin"/><Relationship Id="rId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image" Target="../media/image12.png"/><Relationship Id="rId5" Type="http://schemas.openxmlformats.org/officeDocument/2006/relationships/image" Target="../media/image8.emf"/><Relationship Id="rId4" Type="http://schemas.openxmlformats.org/officeDocument/2006/relationships/oleObject" Target="../embeddings/oleObject14.bin"/></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31.xml"/><Relationship Id="rId7" Type="http://schemas.openxmlformats.org/officeDocument/2006/relationships/image" Target="../media/image14.png"/><Relationship Id="rId2" Type="http://schemas.openxmlformats.org/officeDocument/2006/relationships/tags" Target="../tags/tag30.xml"/><Relationship Id="rId1" Type="http://schemas.openxmlformats.org/officeDocument/2006/relationships/themeOverride" Target="../theme/themeOverride8.xml"/><Relationship Id="rId6" Type="http://schemas.openxmlformats.org/officeDocument/2006/relationships/image" Target="../media/image13.emf"/><Relationship Id="rId5" Type="http://schemas.openxmlformats.org/officeDocument/2006/relationships/oleObject" Target="../embeddings/oleObject15.bin"/><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14.png"/><Relationship Id="rId5" Type="http://schemas.openxmlformats.org/officeDocument/2006/relationships/image" Target="../media/image8.emf"/><Relationship Id="rId4" Type="http://schemas.openxmlformats.org/officeDocument/2006/relationships/oleObject" Target="../embeddings/oleObject16.bin"/></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35.xml"/><Relationship Id="rId7" Type="http://schemas.openxmlformats.org/officeDocument/2006/relationships/image" Target="../media/image12.png"/><Relationship Id="rId2" Type="http://schemas.openxmlformats.org/officeDocument/2006/relationships/tags" Target="../tags/tag34.xml"/><Relationship Id="rId1" Type="http://schemas.openxmlformats.org/officeDocument/2006/relationships/themeOverride" Target="../theme/themeOverride9.xml"/><Relationship Id="rId6" Type="http://schemas.openxmlformats.org/officeDocument/2006/relationships/image" Target="../media/image8.emf"/><Relationship Id="rId5" Type="http://schemas.openxmlformats.org/officeDocument/2006/relationships/oleObject" Target="../embeddings/oleObject17.bin"/><Relationship Id="rId4"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image" Target="../media/image15.png"/><Relationship Id="rId5" Type="http://schemas.openxmlformats.org/officeDocument/2006/relationships/image" Target="../media/image8.emf"/><Relationship Id="rId4" Type="http://schemas.openxmlformats.org/officeDocument/2006/relationships/oleObject" Target="../embeddings/oleObject18.bin"/></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39.xml"/><Relationship Id="rId7" Type="http://schemas.openxmlformats.org/officeDocument/2006/relationships/image" Target="../media/image12.png"/><Relationship Id="rId2" Type="http://schemas.openxmlformats.org/officeDocument/2006/relationships/tags" Target="../tags/tag38.xml"/><Relationship Id="rId1" Type="http://schemas.openxmlformats.org/officeDocument/2006/relationships/themeOverride" Target="../theme/themeOverride10.xml"/><Relationship Id="rId6" Type="http://schemas.openxmlformats.org/officeDocument/2006/relationships/image" Target="../media/image8.emf"/><Relationship Id="rId5" Type="http://schemas.openxmlformats.org/officeDocument/2006/relationships/oleObject" Target="../embeddings/oleObject19.bin"/><Relationship Id="rId4"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image" Target="../media/image15.png"/><Relationship Id="rId5" Type="http://schemas.openxmlformats.org/officeDocument/2006/relationships/image" Target="../media/image8.emf"/><Relationship Id="rId4" Type="http://schemas.openxmlformats.org/officeDocument/2006/relationships/oleObject" Target="../embeddings/oleObject20.bin"/></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43.xml"/><Relationship Id="rId7" Type="http://schemas.openxmlformats.org/officeDocument/2006/relationships/image" Target="../media/image10.png"/><Relationship Id="rId2" Type="http://schemas.openxmlformats.org/officeDocument/2006/relationships/tags" Target="../tags/tag42.xml"/><Relationship Id="rId1" Type="http://schemas.openxmlformats.org/officeDocument/2006/relationships/themeOverride" Target="../theme/themeOverride11.xml"/><Relationship Id="rId6" Type="http://schemas.openxmlformats.org/officeDocument/2006/relationships/image" Target="../media/image8.emf"/><Relationship Id="rId5" Type="http://schemas.openxmlformats.org/officeDocument/2006/relationships/oleObject" Target="../embeddings/oleObject21.bin"/><Relationship Id="rId4"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image" Target="../media/image8.emf"/><Relationship Id="rId4" Type="http://schemas.openxmlformats.org/officeDocument/2006/relationships/oleObject" Target="../embeddings/oleObject22.bin"/></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46.xml"/><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image" Target="../media/image13.emf"/></Relationships>
</file>

<file path=ppt/slideLayouts/_rels/slideLayout2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10.png"/><Relationship Id="rId5" Type="http://schemas.openxmlformats.org/officeDocument/2006/relationships/image" Target="../media/image8.emf"/><Relationship Id="rId4" Type="http://schemas.openxmlformats.org/officeDocument/2006/relationships/oleObject" Target="../embeddings/oleObject24.bin"/></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1.xml"/><Relationship Id="rId1" Type="http://schemas.openxmlformats.org/officeDocument/2006/relationships/tags" Target="../tags/tag49.xml"/><Relationship Id="rId4" Type="http://schemas.openxmlformats.org/officeDocument/2006/relationships/image" Target="../media/image8.emf"/></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0.xml"/><Relationship Id="rId1" Type="http://schemas.openxmlformats.org/officeDocument/2006/relationships/themeOverride" Target="../theme/themeOverride12.xml"/><Relationship Id="rId6" Type="http://schemas.openxmlformats.org/officeDocument/2006/relationships/image" Target="../media/image10.png"/><Relationship Id="rId5" Type="http://schemas.openxmlformats.org/officeDocument/2006/relationships/image" Target="../media/image8.emf"/><Relationship Id="rId4" Type="http://schemas.openxmlformats.org/officeDocument/2006/relationships/oleObject" Target="../embeddings/oleObject26.bin"/></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8.emf"/></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oleObject" Target="../embeddings/oleObject28.bin"/><Relationship Id="rId7"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52.xml"/><Relationship Id="rId6" Type="http://schemas.openxmlformats.org/officeDocument/2006/relationships/image" Target="../media/image5.jpeg"/><Relationship Id="rId5" Type="http://schemas.openxmlformats.org/officeDocument/2006/relationships/image" Target="../media/image4.emf"/><Relationship Id="rId4" Type="http://schemas.openxmlformats.org/officeDocument/2006/relationships/image" Target="../media/image3.emf"/><Relationship Id="momahLogoFallback" Type="http://schemas.openxmlformats.org/officeDocument/2006/relationships/image" Target="../media/momah-logo-fallback.png"/></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1.xml"/><Relationship Id="rId1" Type="http://schemas.openxmlformats.org/officeDocument/2006/relationships/tags" Target="../tags/tag53.xml"/><Relationship Id="rId4" Type="http://schemas.openxmlformats.org/officeDocument/2006/relationships/image" Target="../media/image8.emf"/></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slideMaster" Target="../slideMasters/slideMaster1.xml"/><Relationship Id="rId7" Type="http://schemas.openxmlformats.org/officeDocument/2006/relationships/image" Target="../media/image5.jpeg"/><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oleObject" Target="../embeddings/oleObject30.bin"/><Relationship Id="rId9" Type="http://schemas.openxmlformats.org/officeDocument/2006/relationships/image" Target="../media/image7.svg"/><Relationship Id="momahLogoFallback" Type="http://schemas.openxmlformats.org/officeDocument/2006/relationships/image" Target="../media/momah-logo-fallback.png"/></Relationships>
</file>

<file path=ppt/slideLayouts/_rels/slideLayout3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image" Target="../media/image9.jpeg"/><Relationship Id="rId5" Type="http://schemas.openxmlformats.org/officeDocument/2006/relationships/image" Target="../media/image8.emf"/><Relationship Id="rId4" Type="http://schemas.openxmlformats.org/officeDocument/2006/relationships/oleObject" Target="../embeddings/oleObject31.bin"/></Relationships>
</file>

<file path=ppt/slideLayouts/_rels/slideLayout3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image" Target="../media/image9.jpeg"/><Relationship Id="rId5" Type="http://schemas.openxmlformats.org/officeDocument/2006/relationships/image" Target="../media/image8.emf"/><Relationship Id="rId4" Type="http://schemas.openxmlformats.org/officeDocument/2006/relationships/oleObject" Target="../embeddings/oleObject32.bin"/></Relationships>
</file>

<file path=ppt/slideLayouts/_rels/slideLayout3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1.xml"/><Relationship Id="rId1" Type="http://schemas.openxmlformats.org/officeDocument/2006/relationships/tags" Target="../tags/tag60.xml"/><Relationship Id="rId5" Type="http://schemas.openxmlformats.org/officeDocument/2006/relationships/image" Target="../media/image8.emf"/><Relationship Id="rId4" Type="http://schemas.openxmlformats.org/officeDocument/2006/relationships/oleObject" Target="../embeddings/oleObject33.bin"/></Relationships>
</file>

<file path=ppt/slideLayouts/_rels/slideLayout3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3.xml"/><Relationship Id="rId1" Type="http://schemas.openxmlformats.org/officeDocument/2006/relationships/tags" Target="../tags/tag62.xml"/><Relationship Id="rId5" Type="http://schemas.openxmlformats.org/officeDocument/2006/relationships/image" Target="../media/image8.emf"/><Relationship Id="rId4" Type="http://schemas.openxmlformats.org/officeDocument/2006/relationships/oleObject" Target="../embeddings/oleObject34.bin"/></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5.xml"/><Relationship Id="rId1" Type="http://schemas.openxmlformats.org/officeDocument/2006/relationships/tags" Target="../tags/tag64.xml"/><Relationship Id="rId5" Type="http://schemas.openxmlformats.org/officeDocument/2006/relationships/image" Target="../media/image8.emf"/><Relationship Id="rId4" Type="http://schemas.openxmlformats.org/officeDocument/2006/relationships/oleObject" Target="../embeddings/oleObject35.bin"/></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67.xml"/><Relationship Id="rId7" Type="http://schemas.openxmlformats.org/officeDocument/2006/relationships/image" Target="../media/image11.png"/><Relationship Id="rId2" Type="http://schemas.openxmlformats.org/officeDocument/2006/relationships/tags" Target="../tags/tag66.xml"/><Relationship Id="rId1" Type="http://schemas.openxmlformats.org/officeDocument/2006/relationships/themeOverride" Target="../theme/themeOverride13.xml"/><Relationship Id="rId6" Type="http://schemas.openxmlformats.org/officeDocument/2006/relationships/image" Target="../media/image8.emf"/><Relationship Id="rId5" Type="http://schemas.openxmlformats.org/officeDocument/2006/relationships/oleObject" Target="../embeddings/oleObject36.bin"/><Relationship Id="rId4"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69.xml"/><Relationship Id="rId7" Type="http://schemas.openxmlformats.org/officeDocument/2006/relationships/image" Target="../media/image11.png"/><Relationship Id="rId2" Type="http://schemas.openxmlformats.org/officeDocument/2006/relationships/tags" Target="../tags/tag68.xml"/><Relationship Id="rId1" Type="http://schemas.openxmlformats.org/officeDocument/2006/relationships/themeOverride" Target="../theme/themeOverride14.xml"/><Relationship Id="rId6" Type="http://schemas.openxmlformats.org/officeDocument/2006/relationships/image" Target="../media/image8.emf"/><Relationship Id="rId5" Type="http://schemas.openxmlformats.org/officeDocument/2006/relationships/oleObject" Target="../embeddings/oleObject37.bin"/><Relationship Id="rId4"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71.xml"/><Relationship Id="rId7" Type="http://schemas.openxmlformats.org/officeDocument/2006/relationships/image" Target="../media/image11.png"/><Relationship Id="rId2" Type="http://schemas.openxmlformats.org/officeDocument/2006/relationships/tags" Target="../tags/tag70.xml"/><Relationship Id="rId1" Type="http://schemas.openxmlformats.org/officeDocument/2006/relationships/themeOverride" Target="../theme/themeOverride15.xml"/><Relationship Id="rId6" Type="http://schemas.openxmlformats.org/officeDocument/2006/relationships/image" Target="../media/image8.emf"/><Relationship Id="rId5" Type="http://schemas.openxmlformats.org/officeDocument/2006/relationships/oleObject" Target="../embeddings/oleObject38.bin"/><Relationship Id="rId4"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73.xml"/><Relationship Id="rId7" Type="http://schemas.openxmlformats.org/officeDocument/2006/relationships/image" Target="../media/image11.png"/><Relationship Id="rId2" Type="http://schemas.openxmlformats.org/officeDocument/2006/relationships/tags" Target="../tags/tag72.xml"/><Relationship Id="rId1" Type="http://schemas.openxmlformats.org/officeDocument/2006/relationships/themeOverride" Target="../theme/themeOverride16.xml"/><Relationship Id="rId6" Type="http://schemas.openxmlformats.org/officeDocument/2006/relationships/image" Target="../media/image8.emf"/><Relationship Id="rId5" Type="http://schemas.openxmlformats.org/officeDocument/2006/relationships/oleObject" Target="../embeddings/oleObject39.bin"/><Relationship Id="rId4"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75.xml"/><Relationship Id="rId7" Type="http://schemas.openxmlformats.org/officeDocument/2006/relationships/image" Target="../media/image11.png"/><Relationship Id="rId2" Type="http://schemas.openxmlformats.org/officeDocument/2006/relationships/tags" Target="../tags/tag74.xml"/><Relationship Id="rId1" Type="http://schemas.openxmlformats.org/officeDocument/2006/relationships/themeOverride" Target="../theme/themeOverride17.xml"/><Relationship Id="rId6" Type="http://schemas.openxmlformats.org/officeDocument/2006/relationships/image" Target="../media/image8.emf"/><Relationship Id="rId5" Type="http://schemas.openxmlformats.org/officeDocument/2006/relationships/oleObject" Target="../embeddings/oleObject40.bin"/><Relationship Id="rId4"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77.xml"/><Relationship Id="rId7" Type="http://schemas.openxmlformats.org/officeDocument/2006/relationships/image" Target="../media/image11.png"/><Relationship Id="rId2" Type="http://schemas.openxmlformats.org/officeDocument/2006/relationships/tags" Target="../tags/tag76.xml"/><Relationship Id="rId1" Type="http://schemas.openxmlformats.org/officeDocument/2006/relationships/themeOverride" Target="../theme/themeOverride18.xml"/><Relationship Id="rId6" Type="http://schemas.openxmlformats.org/officeDocument/2006/relationships/image" Target="../media/image8.emf"/><Relationship Id="rId5" Type="http://schemas.openxmlformats.org/officeDocument/2006/relationships/oleObject" Target="../embeddings/oleObject41.bin"/><Relationship Id="rId4"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79.xml"/><Relationship Id="rId7" Type="http://schemas.openxmlformats.org/officeDocument/2006/relationships/image" Target="../media/image12.png"/><Relationship Id="rId2" Type="http://schemas.openxmlformats.org/officeDocument/2006/relationships/tags" Target="../tags/tag78.xml"/><Relationship Id="rId1" Type="http://schemas.openxmlformats.org/officeDocument/2006/relationships/themeOverride" Target="../theme/themeOverride19.xml"/><Relationship Id="rId6" Type="http://schemas.openxmlformats.org/officeDocument/2006/relationships/image" Target="../media/image13.emf"/><Relationship Id="rId5" Type="http://schemas.openxmlformats.org/officeDocument/2006/relationships/oleObject" Target="../embeddings/oleObject42.bin"/><Relationship Id="rId4"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image" Target="../media/image15.png"/><Relationship Id="rId5" Type="http://schemas.openxmlformats.org/officeDocument/2006/relationships/image" Target="../media/image8.emf"/><Relationship Id="rId4" Type="http://schemas.openxmlformats.org/officeDocument/2006/relationships/oleObject" Target="../embeddings/oleObject43.bin"/></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83.xml"/><Relationship Id="rId7" Type="http://schemas.openxmlformats.org/officeDocument/2006/relationships/image" Target="../media/image14.png"/><Relationship Id="rId2" Type="http://schemas.openxmlformats.org/officeDocument/2006/relationships/tags" Target="../tags/tag82.xml"/><Relationship Id="rId1" Type="http://schemas.openxmlformats.org/officeDocument/2006/relationships/themeOverride" Target="../theme/themeOverride20.xml"/><Relationship Id="rId6" Type="http://schemas.openxmlformats.org/officeDocument/2006/relationships/image" Target="../media/image8.emf"/><Relationship Id="rId5" Type="http://schemas.openxmlformats.org/officeDocument/2006/relationships/oleObject" Target="../embeddings/oleObject44.bin"/><Relationship Id="rId4"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image" Target="../media/image15.png"/><Relationship Id="rId5" Type="http://schemas.openxmlformats.org/officeDocument/2006/relationships/image" Target="../media/image8.emf"/><Relationship Id="rId4" Type="http://schemas.openxmlformats.org/officeDocument/2006/relationships/oleObject" Target="../embeddings/oleObject45.bin"/></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87.xml"/><Relationship Id="rId7" Type="http://schemas.openxmlformats.org/officeDocument/2006/relationships/image" Target="../media/image12.png"/><Relationship Id="rId2" Type="http://schemas.openxmlformats.org/officeDocument/2006/relationships/tags" Target="../tags/tag86.xml"/><Relationship Id="rId1" Type="http://schemas.openxmlformats.org/officeDocument/2006/relationships/themeOverride" Target="../theme/themeOverride21.xml"/><Relationship Id="rId6" Type="http://schemas.openxmlformats.org/officeDocument/2006/relationships/image" Target="../media/image8.emf"/><Relationship Id="rId5" Type="http://schemas.openxmlformats.org/officeDocument/2006/relationships/oleObject" Target="../embeddings/oleObject46.bin"/><Relationship Id="rId4"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image" Target="../media/image15.png"/><Relationship Id="rId5" Type="http://schemas.openxmlformats.org/officeDocument/2006/relationships/image" Target="../media/image8.emf"/><Relationship Id="rId4" Type="http://schemas.openxmlformats.org/officeDocument/2006/relationships/oleObject" Target="../embeddings/oleObject47.bin"/></Relationships>
</file>

<file path=ppt/slideLayouts/_rels/slideLayout4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91.xml"/><Relationship Id="rId7" Type="http://schemas.openxmlformats.org/officeDocument/2006/relationships/image" Target="../media/image12.png"/><Relationship Id="rId2" Type="http://schemas.openxmlformats.org/officeDocument/2006/relationships/tags" Target="../tags/tag90.xml"/><Relationship Id="rId1" Type="http://schemas.openxmlformats.org/officeDocument/2006/relationships/themeOverride" Target="../theme/themeOverride22.xml"/><Relationship Id="rId6" Type="http://schemas.openxmlformats.org/officeDocument/2006/relationships/image" Target="../media/image8.emf"/><Relationship Id="rId5" Type="http://schemas.openxmlformats.org/officeDocument/2006/relationships/oleObject" Target="../embeddings/oleObject48.bin"/><Relationship Id="rId4"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image" Target="../media/image15.png"/><Relationship Id="rId5" Type="http://schemas.openxmlformats.org/officeDocument/2006/relationships/image" Target="../media/image8.emf"/><Relationship Id="rId4" Type="http://schemas.openxmlformats.org/officeDocument/2006/relationships/oleObject" Target="../embeddings/oleObject49.bin"/></Relationships>
</file>

<file path=ppt/slideLayouts/_rels/slideLayout49.xml.rels><?xml version="1.0" encoding="UTF-8" standalone="yes"?>
<Relationships xmlns="http://schemas.openxmlformats.org/package/2006/relationships"><Relationship Id="rId3" Type="http://schemas.openxmlformats.org/officeDocument/2006/relationships/tags" Target="../tags/tag95.xml"/><Relationship Id="rId7" Type="http://schemas.openxmlformats.org/officeDocument/2006/relationships/image" Target="../media/image10.png"/><Relationship Id="rId2" Type="http://schemas.openxmlformats.org/officeDocument/2006/relationships/tags" Target="../tags/tag94.xml"/><Relationship Id="rId1" Type="http://schemas.openxmlformats.org/officeDocument/2006/relationships/themeOverride" Target="../theme/themeOverride23.xml"/><Relationship Id="rId6" Type="http://schemas.openxmlformats.org/officeDocument/2006/relationships/image" Target="../media/image8.emf"/><Relationship Id="rId5" Type="http://schemas.openxmlformats.org/officeDocument/2006/relationships/oleObject" Target="../embeddings/oleObject50.bin"/><Relationship Id="rId4"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7.xml"/><Relationship Id="rId1" Type="http://schemas.openxmlformats.org/officeDocument/2006/relationships/tags" Target="../tags/tag96.xml"/><Relationship Id="rId5" Type="http://schemas.openxmlformats.org/officeDocument/2006/relationships/image" Target="../media/image8.emf"/><Relationship Id="rId4" Type="http://schemas.openxmlformats.org/officeDocument/2006/relationships/oleObject" Target="../embeddings/oleObject51.bin"/></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Master" Target="../slideMasters/slideMaster1.xml"/><Relationship Id="rId1" Type="http://schemas.openxmlformats.org/officeDocument/2006/relationships/tags" Target="../tags/tag98.xml"/><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image" Target="../media/image3.emf"/></Relationships>
</file>

<file path=ppt/slideLayouts/_rels/slideLayout5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0.xml"/><Relationship Id="rId1" Type="http://schemas.openxmlformats.org/officeDocument/2006/relationships/tags" Target="../tags/tag99.xml"/><Relationship Id="rId6" Type="http://schemas.openxmlformats.org/officeDocument/2006/relationships/image" Target="../media/image10.png"/><Relationship Id="rId5" Type="http://schemas.openxmlformats.org/officeDocument/2006/relationships/image" Target="../media/image8.emf"/><Relationship Id="rId4" Type="http://schemas.openxmlformats.org/officeDocument/2006/relationships/oleObject" Target="../embeddings/oleObject53.bin"/></Relationships>
</file>

<file path=ppt/slideLayouts/_rels/slideLayout53.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101.xml"/><Relationship Id="rId1" Type="http://schemas.openxmlformats.org/officeDocument/2006/relationships/themeOverride" Target="../theme/themeOverride24.xml"/><Relationship Id="rId6" Type="http://schemas.openxmlformats.org/officeDocument/2006/relationships/image" Target="../media/image12.png"/><Relationship Id="rId5" Type="http://schemas.openxmlformats.org/officeDocument/2006/relationships/image" Target="../media/image8.emf"/><Relationship Id="rId4" Type="http://schemas.openxmlformats.org/officeDocument/2006/relationships/oleObject" Target="../embeddings/oleObject54.bin"/></Relationships>
</file>

<file path=ppt/slideLayouts/_rels/slideLayout5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2.xml"/><Relationship Id="rId1" Type="http://schemas.openxmlformats.org/officeDocument/2006/relationships/themeOverride" Target="../theme/themeOverride25.xml"/><Relationship Id="rId6" Type="http://schemas.openxmlformats.org/officeDocument/2006/relationships/image" Target="../media/image10.png"/><Relationship Id="rId5" Type="http://schemas.openxmlformats.org/officeDocument/2006/relationships/image" Target="../media/image8.emf"/><Relationship Id="rId4" Type="http://schemas.openxmlformats.org/officeDocument/2006/relationships/oleObject" Target="../embeddings/oleObject55.bin"/></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Master" Target="../slideMasters/slideMaster1.xml"/><Relationship Id="rId1" Type="http://schemas.openxmlformats.org/officeDocument/2006/relationships/tags" Target="../tags/tag103.xml"/><Relationship Id="rId4" Type="http://schemas.openxmlformats.org/officeDocument/2006/relationships/image" Target="../media/image8.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Master" Target="../slideMasters/slideMaster1.xml"/><Relationship Id="rId1" Type="http://schemas.openxmlformats.org/officeDocument/2006/relationships/tags" Target="../tags/tag104.xml"/><Relationship Id="rId4" Type="http://schemas.openxmlformats.org/officeDocument/2006/relationships/image" Target="../media/image8.emf"/></Relationships>
</file>

<file path=ppt/slideLayouts/_rels/slideLayout57.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oleObject" Target="../embeddings/oleObject58.bin"/><Relationship Id="rId7"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105.xml"/><Relationship Id="rId6" Type="http://schemas.openxmlformats.org/officeDocument/2006/relationships/image" Target="../media/image5.jpeg"/><Relationship Id="rId5" Type="http://schemas.openxmlformats.org/officeDocument/2006/relationships/image" Target="../media/image4.emf"/><Relationship Id="rId4" Type="http://schemas.openxmlformats.org/officeDocument/2006/relationships/image" Target="../media/image3.emf"/><Relationship Id="momahLogoFallback" Type="http://schemas.openxmlformats.org/officeDocument/2006/relationships/image" Target="../media/momah-logo-fallback.png"/></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Master" Target="../slideMasters/slideMaster1.xml"/><Relationship Id="rId1" Type="http://schemas.openxmlformats.org/officeDocument/2006/relationships/tags" Target="../tags/tag106.xml"/><Relationship Id="rId4" Type="http://schemas.openxmlformats.org/officeDocument/2006/relationships/image" Target="../media/image8.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Master" Target="../slideMasters/slideMaster1.xml"/><Relationship Id="rId1" Type="http://schemas.openxmlformats.org/officeDocument/2006/relationships/tags" Target="../tags/tag107.xml"/><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image" Target="../media/image8.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Master" Target="../slideMasters/slideMaster1.xml"/><Relationship Id="rId1" Type="http://schemas.openxmlformats.org/officeDocument/2006/relationships/tags" Target="../tags/tag108.xml"/><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image" Target="../media/image8.emf"/></Relationships>
</file>

<file path=ppt/slideLayouts/_rels/slideLayout61.xml.rels><?xml version="1.0" encoding="UTF-8" standalone="yes"?>
<Relationships xmlns="http://schemas.openxmlformats.org/package/2006/relationships"><Relationship Id="rId3" Type="http://schemas.openxmlformats.org/officeDocument/2006/relationships/tags" Target="../tags/tag110.xml"/><Relationship Id="rId7" Type="http://schemas.openxmlformats.org/officeDocument/2006/relationships/image" Target="../media/image10.png"/><Relationship Id="rId2" Type="http://schemas.openxmlformats.org/officeDocument/2006/relationships/tags" Target="../tags/tag109.xml"/><Relationship Id="rId1" Type="http://schemas.openxmlformats.org/officeDocument/2006/relationships/themeOverride" Target="../theme/themeOverride26.xml"/><Relationship Id="rId6" Type="http://schemas.openxmlformats.org/officeDocument/2006/relationships/image" Target="../media/image1.emf"/><Relationship Id="rId5" Type="http://schemas.openxmlformats.org/officeDocument/2006/relationships/oleObject" Target="../embeddings/oleObject62.bin"/><Relationship Id="rId4"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1.xml"/><Relationship Id="rId1" Type="http://schemas.openxmlformats.org/officeDocument/2006/relationships/themeOverride" Target="../theme/themeOverride27.xml"/><Relationship Id="rId6" Type="http://schemas.openxmlformats.org/officeDocument/2006/relationships/image" Target="../media/image10.png"/><Relationship Id="rId5" Type="http://schemas.openxmlformats.org/officeDocument/2006/relationships/image" Target="../media/image1.emf"/><Relationship Id="rId4" Type="http://schemas.openxmlformats.org/officeDocument/2006/relationships/oleObject" Target="../embeddings/oleObject63.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2.xml"/><Relationship Id="rId1" Type="http://schemas.openxmlformats.org/officeDocument/2006/relationships/themeOverride" Target="../theme/themeOverride28.xml"/><Relationship Id="rId6" Type="http://schemas.openxmlformats.org/officeDocument/2006/relationships/image" Target="../media/image10.png"/><Relationship Id="rId5" Type="http://schemas.openxmlformats.org/officeDocument/2006/relationships/image" Target="../media/image1.emf"/><Relationship Id="rId4" Type="http://schemas.openxmlformats.org/officeDocument/2006/relationships/oleObject" Target="../embeddings/oleObject64.bin"/></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10.png"/><Relationship Id="rId2" Type="http://schemas.openxmlformats.org/officeDocument/2006/relationships/tags" Target="../tags/tag113.xml"/><Relationship Id="rId1" Type="http://schemas.openxmlformats.org/officeDocument/2006/relationships/themeOverride" Target="../theme/themeOverride29.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65.bin"/></Relationships>
</file>

<file path=ppt/slideLayouts/_rels/slideLayout6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5.xml"/><Relationship Id="rId1" Type="http://schemas.openxmlformats.org/officeDocument/2006/relationships/tags" Target="../tags/tag114.xml"/><Relationship Id="rId5" Type="http://schemas.openxmlformats.org/officeDocument/2006/relationships/image" Target="../media/image1.emf"/><Relationship Id="rId4" Type="http://schemas.openxmlformats.org/officeDocument/2006/relationships/oleObject" Target="../embeddings/oleObject66.bin"/></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Master" Target="../slideMasters/slideMaster1.xml"/><Relationship Id="rId1" Type="http://schemas.openxmlformats.org/officeDocument/2006/relationships/tags" Target="../tags/tag116.xml"/><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Master" Target="../slideMasters/slideMaster1.xml"/><Relationship Id="rId1" Type="http://schemas.openxmlformats.org/officeDocument/2006/relationships/tags" Target="../tags/tag117.xml"/><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10.png"/><Relationship Id="rId2" Type="http://schemas.openxmlformats.org/officeDocument/2006/relationships/tags" Target="../tags/tag118.xml"/><Relationship Id="rId1" Type="http://schemas.openxmlformats.org/officeDocument/2006/relationships/themeOverride" Target="../theme/themeOverride30.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69.bin"/></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119.xml"/><Relationship Id="rId1" Type="http://schemas.openxmlformats.org/officeDocument/2006/relationships/themeOverride" Target="../theme/themeOverride31.xml"/><Relationship Id="rId6" Type="http://schemas.openxmlformats.org/officeDocument/2006/relationships/image" Target="../media/image12.png"/><Relationship Id="rId5" Type="http://schemas.openxmlformats.org/officeDocument/2006/relationships/image" Target="../media/image1.emf"/><Relationship Id="rId4" Type="http://schemas.openxmlformats.org/officeDocument/2006/relationships/oleObject" Target="../embeddings/oleObject70.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0332527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tangle 5" hidden="1"/>
          <p:cNvSpPr/>
          <p:nvPr userDrawn="1">
            <p:custDataLst>
              <p:tags r:id="rId2"/>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4400" b="1" i="0" u="none" strike="noStrike" kern="0" cap="none" spc="0" normalizeH="0" baseline="0" noProof="0" dirty="0">
              <a:ln>
                <a:noFill/>
              </a:ln>
              <a:solidFill>
                <a:prstClr val="white"/>
              </a:solidFill>
              <a:effectLst/>
              <a:uLnTx/>
              <a:uFillTx/>
              <a:latin typeface="+mn-lt"/>
              <a:ea typeface="+mn-ea"/>
              <a:cs typeface="+mn-cs"/>
              <a:sym typeface="DIN Next LT Arabic" panose="020B0503020203050203"/>
            </a:endParaRPr>
          </a:p>
        </p:txBody>
      </p:sp>
      <p:pic>
        <p:nvPicPr>
          <p:cNvPr id="10" name="Picture 9"/>
          <p:cNvPicPr>
            <a:picLocks noChangeAspect="1"/>
          </p:cNvPicPr>
          <p:nvPr userDrawn="1"/>
        </p:nvPicPr>
        <p:blipFill rotWithShape="1">
          <a:blip r:embed="rId6" cstate="email">
            <a:extLst>
              <a:ext uri="{28A0092B-C50C-407E-A947-70E740481C1C}">
                <a14:useLocalDpi xmlns:a14="http://schemas.microsoft.com/office/drawing/2010/main"/>
              </a:ext>
            </a:extLst>
          </a:blip>
          <a:srcRect r="1844"/>
          <a:stretch/>
        </p:blipFill>
        <p:spPr>
          <a:xfrm>
            <a:off x="2003977" y="561096"/>
            <a:ext cx="10178295" cy="6234890"/>
          </a:xfrm>
          <a:prstGeom prst="rect">
            <a:avLst/>
          </a:prstGeom>
        </p:spPr>
      </p:pic>
      <p:sp>
        <p:nvSpPr>
          <p:cNvPr id="11" name="Title 5"/>
          <p:cNvSpPr>
            <a:spLocks noGrp="1"/>
          </p:cNvSpPr>
          <p:nvPr>
            <p:ph type="ctrTitle" hasCustomPrompt="1"/>
          </p:nvPr>
        </p:nvSpPr>
        <p:spPr>
          <a:xfrm>
            <a:off x="667408" y="1659004"/>
            <a:ext cx="7344478" cy="1638300"/>
          </a:xfrm>
        </p:spPr>
        <p:txBody>
          <a:bodyPr vert="horz" lIns="0" tIns="0" rIns="0" bIns="0" anchor="b">
            <a:normAutofit/>
          </a:bodyPr>
          <a:lstStyle>
            <a:lvl1pPr algn="r" rtl="1">
              <a:defRPr sz="5400">
                <a:solidFill>
                  <a:srgbClr val="006C67"/>
                </a:solidFill>
                <a:latin typeface="+mj-lt"/>
                <a:ea typeface="+mj-ea"/>
                <a:cs typeface="+mj-cs"/>
                <a:sym typeface="+mj-lt"/>
              </a:defRPr>
            </a:lvl1pPr>
          </a:lstStyle>
          <a:p>
            <a:r>
              <a:rPr lang="ar-AE" dirty="0"/>
              <a:t>انقر لتحرير نمط العنوان الرئيسي</a:t>
            </a:r>
          </a:p>
        </p:txBody>
      </p:sp>
      <p:sp>
        <p:nvSpPr>
          <p:cNvPr id="12" name="Text Placeholder 7"/>
          <p:cNvSpPr>
            <a:spLocks noGrp="1"/>
          </p:cNvSpPr>
          <p:nvPr>
            <p:ph type="body" sz="quarter" idx="10" hasCustomPrompt="1"/>
          </p:nvPr>
        </p:nvSpPr>
        <p:spPr>
          <a:xfrm>
            <a:off x="667407" y="3461188"/>
            <a:ext cx="7344478" cy="662940"/>
          </a:xfrm>
        </p:spPr>
        <p:txBody>
          <a:bodyPr lIns="0" tIns="0" rIns="0" bIns="0">
            <a:normAutofit/>
          </a:bodyPr>
          <a:lstStyle>
            <a:lvl1pPr marL="0" indent="0" algn="r" rtl="1">
              <a:buNone/>
              <a:defRPr sz="2400">
                <a:solidFill>
                  <a:schemeClr val="tx1"/>
                </a:solidFill>
                <a:latin typeface="+mn-lt"/>
                <a:ea typeface="+mn-ea"/>
                <a:cs typeface="+mn-cs"/>
                <a:sym typeface="+mn-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ar-AE" dirty="0"/>
              <a:t>انقر لتحرير أسلوب الترجمة الرئيسي</a:t>
            </a:r>
          </a:p>
        </p:txBody>
      </p:sp>
      <p:sp>
        <p:nvSpPr>
          <p:cNvPr id="13" name="Text Placeholder 2"/>
          <p:cNvSpPr>
            <a:spLocks noGrp="1"/>
          </p:cNvSpPr>
          <p:nvPr>
            <p:ph type="body" sz="quarter" idx="11" hasCustomPrompt="1"/>
          </p:nvPr>
        </p:nvSpPr>
        <p:spPr>
          <a:xfrm>
            <a:off x="667407" y="4198448"/>
            <a:ext cx="7344478" cy="251460"/>
          </a:xfrm>
        </p:spPr>
        <p:txBody>
          <a:bodyPr anchor="ctr"/>
          <a:lstStyle>
            <a:lvl1pPr algn="r" rtl="1">
              <a:defRPr sz="1600" cap="all" baseline="0">
                <a:solidFill>
                  <a:srgbClr val="7F7F7F"/>
                </a:solidFill>
                <a:latin typeface="+mn-lt"/>
                <a:ea typeface="+mn-ea"/>
                <a:cs typeface="+mn-cs"/>
              </a:defRPr>
            </a:lvl1pPr>
          </a:lstStyle>
          <a:p>
            <a:pPr lvl="0"/>
            <a:r>
              <a:rPr lang="ar-AE" dirty="0"/>
              <a:t>انقر لتعديل التاريخ / المكان</a:t>
            </a:r>
          </a:p>
        </p:txBody>
      </p:sp>
      <p:pic>
        <p:nvPicPr>
          <p:cNvPr id="14" name="Picture 13"/>
          <p:cNvPicPr>
            <a:picLocks noChangeAspect="1"/>
          </p:cNvPicPr>
          <p:nvPr userDrawn="1"/>
        </p:nvPicPr>
        <p:blipFill rotWithShape="1">
          <a:blip r:embed="rId7"/>
          <a:srcRect/>
          <a:stretch/>
        </p:blipFill>
        <p:spPr>
          <a:xfrm>
            <a:off x="562633" y="3343543"/>
            <a:ext cx="7260614" cy="71407"/>
          </a:xfrm>
          <a:prstGeom prst="rect">
            <a:avLst/>
          </a:prstGeom>
        </p:spPr>
      </p:pic>
      <p:pic>
        <p:nvPicPr>
          <p:cNvPr id="15" name="Picture 14"/>
          <p:cNvPicPr>
            <a:picLocks noChangeAspect="1"/>
          </p:cNvPicPr>
          <p:nvPr userDrawn="1"/>
        </p:nvPicPr>
        <p:blipFill rotWithShape="1">
          <a:blip r:embed="rId8" cstate="email">
            <a:extLst>
              <a:ext uri="{28A0092B-C50C-407E-A947-70E740481C1C}">
                <a14:useLocalDpi xmlns:a14="http://schemas.microsoft.com/office/drawing/2010/main"/>
              </a:ext>
            </a:extLst>
          </a:blip>
          <a:srcRect/>
          <a:stretch/>
        </p:blipFill>
        <p:spPr>
          <a:xfrm>
            <a:off x="0" y="6668392"/>
            <a:ext cx="12192000" cy="252811"/>
          </a:xfrm>
          <a:prstGeom prst="rect">
            <a:avLst/>
          </a:prstGeom>
        </p:spPr>
      </p:pic>
      <p:pic>
        <p:nvPicPr>
          <p:cNvPr id="16" name="Picture 15"/>
          <p:cNvPicPr>
            <a:picLocks noChangeAspect="1"/>
          </p:cNvPicPr>
          <p:nvPr userDrawn="1"/>
        </p:nvPicPr>
        <p:blipFill rotWithShape="1">
          <a:blip r:embed="rId8" cstate="email">
            <a:extLst>
              <a:ext uri="{28A0092B-C50C-407E-A947-70E740481C1C}">
                <a14:useLocalDpi xmlns:a14="http://schemas.microsoft.com/office/drawing/2010/main"/>
              </a:ext>
            </a:extLst>
          </a:blip>
          <a:srcRect/>
          <a:stretch/>
        </p:blipFill>
        <p:spPr>
          <a:xfrm>
            <a:off x="0" y="0"/>
            <a:ext cx="12192000" cy="252811"/>
          </a:xfrm>
          <a:prstGeom prst="rect">
            <a:avLst/>
          </a:prstGeom>
        </p:spPr>
      </p:pic>
      <p:pic>
        <p:nvPicPr>
          <p:cNvPr id="17" name="Graphic 16">
            <a:extLst>
              <a:ext uri="{FF2B5EF4-FFF2-40B4-BE49-F238E27FC236}">
                <a16:creationId xmlns:a16="http://schemas.microsoft.com/office/drawing/2014/main" id="{CB156D38-E4EA-4EDC-BAF8-2CD2667C6402}"/>
              </a:ext>
            </a:extLst>
          </p:cNvPr>
          <p:cNvPicPr>
            <a:picLocks noChangeAspect="1"/>
          </p:cNvPicPr>
          <p:nvPr userDrawn="1"/>
        </p:nvPicPr>
        <p:blipFill>
          <a:blip r:embed="momahLogoFallback">
            <a:extLst>
              <a:ext uri="{96DAC541-7B7A-43D3-8B79-37D633B846F1}">
                <asvg:svgBlip xmlns:asvg="http://schemas.microsoft.com/office/drawing/2016/SVG/main" r:embed="rId9"/>
              </a:ext>
            </a:extLst>
          </a:blip>
          <a:stretch>
            <a:fillRect/>
          </a:stretch>
        </p:blipFill>
        <p:spPr>
          <a:xfrm>
            <a:off x="7526215" y="399621"/>
            <a:ext cx="4248151" cy="1246419"/>
          </a:xfrm>
          <a:prstGeom prst="rect">
            <a:avLst/>
          </a:prstGeom>
        </p:spPr>
      </p:pic>
    </p:spTree>
    <p:extLst>
      <p:ext uri="{BB962C8B-B14F-4D97-AF65-F5344CB8AC3E}">
        <p14:creationId xmlns:p14="http://schemas.microsoft.com/office/powerpoint/2010/main" val="3254556744"/>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205783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2" name="Object 1"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2"/>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3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sp>
        <p:nvSpPr>
          <p:cNvPr id="7"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sp>
        <p:nvSpPr>
          <p:cNvPr id="12" name="Date Placeholder 2"/>
          <p:cNvSpPr>
            <a:spLocks noGrp="1"/>
          </p:cNvSpPr>
          <p:nvPr>
            <p:ph type="dt" sz="half" idx="10"/>
          </p:nvPr>
        </p:nvSpPr>
        <p:spPr>
          <a:xfrm>
            <a:off x="9677400" y="6405036"/>
            <a:ext cx="1482051" cy="153888"/>
          </a:xfrm>
          <a:prstGeom prst="rect">
            <a:avLst/>
          </a:prstGeom>
        </p:spPr>
        <p:txBody>
          <a:bodyPr/>
          <a:lstStyle>
            <a:lvl1pPr rtl="1">
              <a:defRPr>
                <a:latin typeface="+mn-lt"/>
                <a:ea typeface="+mn-ea"/>
                <a:cs typeface="+mn-cs"/>
                <a:sym typeface="Trebuchet MS" panose="020B0603020202020204" pitchFamily="34" charset="0"/>
              </a:defRPr>
            </a:lvl1pPr>
          </a:lstStyle>
          <a:p>
            <a:endParaRPr lang="ar-AE" dirty="0"/>
          </a:p>
        </p:txBody>
      </p:sp>
      <p:sp>
        <p:nvSpPr>
          <p:cNvPr id="13" name="Title 4"/>
          <p:cNvSpPr>
            <a:spLocks noGrp="1"/>
          </p:cNvSpPr>
          <p:nvPr>
            <p:ph type="title" hasCustomPrompt="1"/>
          </p:nvPr>
        </p:nvSpPr>
        <p:spPr>
          <a:xfrm>
            <a:off x="630000" y="622800"/>
            <a:ext cx="10933201" cy="483979"/>
          </a:xfrm>
          <a:prstGeom prst="rect">
            <a:avLst/>
          </a:prstGeom>
        </p:spPr>
        <p:txBody>
          <a:bodyPr vert="horz" wrap="square" lIns="0" tIns="0" rIns="0" bIns="0" anchor="t" anchorCtr="0">
            <a:spAutoFit/>
          </a:bodyPr>
          <a:lstStyle>
            <a:lvl1pPr marL="0" indent="0" algn="r" rtl="1">
              <a:lnSpc>
                <a:spcPct val="90000"/>
              </a:lnSpc>
              <a:spcBef>
                <a:spcPct val="0"/>
              </a:spcBef>
              <a:spcAft>
                <a:spcPts val="0"/>
              </a:spcAft>
              <a:defRPr sz="3400" b="0" i="0" u="none" kern="1200" spc="0">
                <a:solidFill>
                  <a:schemeClr val="tx2">
                    <a:lumMod val="100000"/>
                  </a:schemeClr>
                </a:solidFill>
                <a:latin typeface="+mj-lt"/>
                <a:ea typeface="+mj-ea"/>
                <a:cs typeface="+mj-cs"/>
                <a:sym typeface="Trebuchet MS" panose="020B0603020202020204" pitchFamily="34" charset="0"/>
              </a:defRPr>
            </a:lvl1pPr>
          </a:lstStyle>
          <a:p>
            <a:pPr lvl="0"/>
            <a:r>
              <a:rPr lang="ar-AE" dirty="0"/>
              <a:t>اضغط لإضافة عنوان</a:t>
            </a:r>
          </a:p>
        </p:txBody>
      </p:sp>
      <p:pic>
        <p:nvPicPr>
          <p:cNvPr id="9" name="PP Templet-09.jpg" descr="PP Templet-09.jpg"/>
          <p:cNvPicPr>
            <a:picLocks noChangeAspect="1"/>
          </p:cNvPicPr>
          <p:nvPr userDrawn="1"/>
        </p:nvPicPr>
        <p:blipFill rotWithShape="1">
          <a:blip r:embed="rId6"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flipH="1">
            <a:off x="172563" y="652176"/>
            <a:ext cx="335360" cy="6148270"/>
          </a:xfrm>
          <a:prstGeom prst="rect">
            <a:avLst/>
          </a:prstGeom>
          <a:ln w="12700">
            <a:miter lim="400000"/>
          </a:ln>
        </p:spPr>
      </p:pic>
    </p:spTree>
    <p:extLst>
      <p:ext uri="{BB962C8B-B14F-4D97-AF65-F5344CB8AC3E}">
        <p14:creationId xmlns:p14="http://schemas.microsoft.com/office/powerpoint/2010/main" val="440657476"/>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rgbClr val="F2F2F2"/>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635353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3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rtl="1">
              <a:lnSpc>
                <a:spcPct val="100000"/>
              </a:lnSpc>
              <a:spcBef>
                <a:spcPts val="0"/>
              </a:spcBef>
              <a:spcAft>
                <a:spcPts val="0"/>
              </a:spcAft>
              <a:defRPr sz="2000">
                <a:latin typeface="+mn-lt"/>
                <a:ea typeface="+mn-ea"/>
                <a:cs typeface="+mn-cs"/>
                <a:sym typeface="+mn-lt"/>
              </a:defRPr>
            </a:lvl1pPr>
            <a:lvl2pPr rtl="1">
              <a:lnSpc>
                <a:spcPct val="100000"/>
              </a:lnSpc>
              <a:spcBef>
                <a:spcPts val="0"/>
              </a:spcBef>
              <a:spcAft>
                <a:spcPts val="0"/>
              </a:spcAft>
              <a:defRPr sz="2000">
                <a:latin typeface="+mn-lt"/>
                <a:ea typeface="+mn-ea"/>
                <a:cs typeface="+mn-cs"/>
                <a:sym typeface="+mn-lt"/>
              </a:defRPr>
            </a:lvl2pPr>
            <a:lvl3pPr rtl="1">
              <a:lnSpc>
                <a:spcPct val="100000"/>
              </a:lnSpc>
              <a:spcBef>
                <a:spcPts val="0"/>
              </a:spcBef>
              <a:spcAft>
                <a:spcPts val="0"/>
              </a:spcAft>
              <a:defRPr sz="2000">
                <a:latin typeface="+mn-lt"/>
                <a:ea typeface="+mn-ea"/>
                <a:cs typeface="+mn-cs"/>
                <a:sym typeface="+mn-lt"/>
              </a:defRPr>
            </a:lvl3pPr>
            <a:lvl4pPr rtl="1">
              <a:lnSpc>
                <a:spcPct val="100000"/>
              </a:lnSpc>
              <a:spcBef>
                <a:spcPts val="0"/>
              </a:spcBef>
              <a:spcAft>
                <a:spcPts val="0"/>
              </a:spcAft>
              <a:defRPr sz="2800">
                <a:latin typeface="+mn-lt"/>
                <a:ea typeface="+mn-ea"/>
                <a:cs typeface="+mn-cs"/>
                <a:sym typeface="+mn-lt"/>
              </a:defRPr>
            </a:lvl4pPr>
            <a:lvl5pPr rtl="1">
              <a:lnSpc>
                <a:spcPct val="100000"/>
              </a:lnSpc>
              <a:spcBef>
                <a:spcPts val="0"/>
              </a:spcBef>
              <a:spcAft>
                <a:spcPts val="0"/>
              </a:spcAft>
              <a:defRPr sz="2800">
                <a:latin typeface="+mn-lt"/>
                <a:ea typeface="+mn-ea"/>
                <a:cs typeface="+mn-cs"/>
                <a:sym typeface="+mn-lt"/>
              </a:defRPr>
            </a:lvl5pPr>
          </a:lstStyle>
          <a:p>
            <a:pPr lvl="0"/>
            <a:r>
              <a:rPr lang="ar-AE" dirty="0"/>
              <a:t>Click to edit Master text styles</a:t>
            </a:r>
          </a:p>
          <a:p>
            <a:pPr lvl="1"/>
            <a:r>
              <a:rPr lang="ar-AE" dirty="0"/>
              <a:t>Second level</a:t>
            </a:r>
          </a:p>
          <a:p>
            <a:pPr lvl="2"/>
            <a:r>
              <a:rPr lang="ar-AE" dirty="0"/>
              <a:t>Third level</a:t>
            </a:r>
          </a:p>
          <a:p>
            <a:pPr lvl="3"/>
            <a:r>
              <a:rPr lang="ar-AE" dirty="0"/>
              <a:t>Fourth level</a:t>
            </a:r>
          </a:p>
          <a:p>
            <a:pPr lvl="4"/>
            <a:r>
              <a:rPr lang="ar-AE" dirty="0"/>
              <a:t>Fifth level</a:t>
            </a:r>
          </a:p>
        </p:txBody>
      </p:sp>
      <p:sp>
        <p:nvSpPr>
          <p:cNvPr id="13" name="Date Placeholder 2"/>
          <p:cNvSpPr>
            <a:spLocks noGrp="1"/>
          </p:cNvSpPr>
          <p:nvPr>
            <p:ph type="dt" sz="half" idx="11"/>
          </p:nvPr>
        </p:nvSpPr>
        <p:spPr>
          <a:xfrm>
            <a:off x="9677400" y="6405036"/>
            <a:ext cx="1482051" cy="153888"/>
          </a:xfrm>
          <a:prstGeom prst="rect">
            <a:avLst/>
          </a:prstGeom>
        </p:spPr>
        <p:txBody>
          <a:bodyPr/>
          <a:lstStyle>
            <a:lvl1pPr rtl="1">
              <a:defRPr>
                <a:latin typeface="+mn-lt"/>
                <a:ea typeface="+mn-ea"/>
                <a:cs typeface="+mn-cs"/>
                <a:sym typeface="Trebuchet MS" panose="020B0603020202020204" pitchFamily="34" charset="0"/>
              </a:defRPr>
            </a:lvl1pPr>
          </a:lstStyle>
          <a:p>
            <a:endParaRPr lang="ar-AE" dirty="0"/>
          </a:p>
        </p:txBody>
      </p:sp>
      <p:sp>
        <p:nvSpPr>
          <p:cNvPr id="14" name="Title 4"/>
          <p:cNvSpPr>
            <a:spLocks noGrp="1"/>
          </p:cNvSpPr>
          <p:nvPr>
            <p:ph type="title" hasCustomPrompt="1"/>
          </p:nvPr>
        </p:nvSpPr>
        <p:spPr>
          <a:xfrm>
            <a:off x="630000" y="622800"/>
            <a:ext cx="10933201" cy="483979"/>
          </a:xfrm>
          <a:prstGeom prst="rect">
            <a:avLst/>
          </a:prstGeom>
        </p:spPr>
        <p:txBody>
          <a:bodyPr vert="horz" wrap="square" lIns="0" tIns="0" rIns="0" bIns="0" anchor="t" anchorCtr="0">
            <a:spAutoFit/>
          </a:bodyPr>
          <a:lstStyle>
            <a:lvl1pPr marL="0" indent="0" algn="r" rtl="1">
              <a:lnSpc>
                <a:spcPct val="90000"/>
              </a:lnSpc>
              <a:spcBef>
                <a:spcPct val="0"/>
              </a:spcBef>
              <a:spcAft>
                <a:spcPts val="0"/>
              </a:spcAft>
              <a:defRPr sz="3400" b="0" i="0" u="none" kern="1200" spc="0">
                <a:solidFill>
                  <a:schemeClr val="tx2">
                    <a:lumMod val="100000"/>
                  </a:schemeClr>
                </a:solidFill>
                <a:latin typeface="+mj-lt"/>
                <a:ea typeface="+mj-ea"/>
                <a:cs typeface="+mj-cs"/>
                <a:sym typeface="Trebuchet MS" panose="020B0603020202020204" pitchFamily="34" charset="0"/>
              </a:defRPr>
            </a:lvl1pPr>
          </a:lstStyle>
          <a:p>
            <a:pPr lvl="0"/>
            <a:r>
              <a:rPr lang="ar-AE" dirty="0"/>
              <a:t>اضغط لإضافة عنوان</a:t>
            </a:r>
          </a:p>
        </p:txBody>
      </p:sp>
      <p:sp>
        <p:nvSpPr>
          <p:cNvPr id="16"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pic>
        <p:nvPicPr>
          <p:cNvPr id="11" name="PP Templet-09.jpg" descr="PP Templet-09.jpg"/>
          <p:cNvPicPr>
            <a:picLocks noChangeAspect="1"/>
          </p:cNvPicPr>
          <p:nvPr userDrawn="1"/>
        </p:nvPicPr>
        <p:blipFill rotWithShape="1">
          <a:blip r:embed="rId6"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flipH="1">
            <a:off x="172563" y="652176"/>
            <a:ext cx="335360" cy="6148270"/>
          </a:xfrm>
          <a:prstGeom prst="rect">
            <a:avLst/>
          </a:prstGeom>
          <a:ln w="12700">
            <a:miter lim="400000"/>
          </a:ln>
        </p:spPr>
      </p:pic>
    </p:spTree>
    <p:extLst>
      <p:ext uri="{BB962C8B-B14F-4D97-AF65-F5344CB8AC3E}">
        <p14:creationId xmlns:p14="http://schemas.microsoft.com/office/powerpoint/2010/main" val="3043504685"/>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rgbClr val="FFFFFF"/>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6580100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2"/>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32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sp>
        <p:nvSpPr>
          <p:cNvPr id="8" name="Rectangle 7"/>
          <p:cNvSpPr/>
          <p:nvPr userDrawn="1"/>
        </p:nvSpPr>
        <p:spPr bwMode="ltGray">
          <a:xfrm>
            <a:off x="7497600"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rtl="1" eaLnBrk="1">
              <a:lnSpc>
                <a:spcPct val="90000"/>
              </a:lnSpc>
              <a:spcAft>
                <a:spcPts val="1000"/>
              </a:spcAft>
            </a:pPr>
            <a:endParaRPr lang="ar-AE" sz="1200" dirty="0">
              <a:solidFill>
                <a:schemeClr val="bg1"/>
              </a:solidFill>
              <a:latin typeface="+mn-lt"/>
              <a:ea typeface="+mn-ea"/>
              <a:cs typeface="+mn-cs"/>
              <a:sym typeface="+mn-lt"/>
            </a:endParaRPr>
          </a:p>
        </p:txBody>
      </p:sp>
      <p:sp>
        <p:nvSpPr>
          <p:cNvPr id="9" name="Title 1"/>
          <p:cNvSpPr>
            <a:spLocks noGrp="1"/>
          </p:cNvSpPr>
          <p:nvPr>
            <p:ph type="title" hasCustomPrompt="1"/>
          </p:nvPr>
        </p:nvSpPr>
        <p:spPr bwMode="ltGray">
          <a:xfrm>
            <a:off x="8110799" y="1544274"/>
            <a:ext cx="3452400" cy="1495794"/>
          </a:xfrm>
          <a:noFill/>
        </p:spPr>
        <p:txBody>
          <a:bodyPr vert="horz" wrap="square" lIns="320040" tIns="0" rIns="0" bIns="0" anchor="b">
            <a:noAutofit/>
          </a:bodyPr>
          <a:lstStyle>
            <a:lvl1pPr rtl="1">
              <a:defRPr sz="3200">
                <a:solidFill>
                  <a:srgbClr val="005B4F"/>
                </a:solidFill>
                <a:latin typeface="+mj-lt"/>
                <a:ea typeface="+mj-ea"/>
                <a:cs typeface="+mj-cs"/>
                <a:sym typeface="+mj-lt"/>
              </a:defRPr>
            </a:lvl1pPr>
          </a:lstStyle>
          <a:p>
            <a:r>
              <a:rPr lang="ar-AE" dirty="0"/>
              <a:t>انقر لإضافة عنوان</a:t>
            </a:r>
          </a:p>
        </p:txBody>
      </p:sp>
      <p:sp>
        <p:nvSpPr>
          <p:cNvPr id="12"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spTree>
    <p:extLst>
      <p:ext uri="{BB962C8B-B14F-4D97-AF65-F5344CB8AC3E}">
        <p14:creationId xmlns:p14="http://schemas.microsoft.com/office/powerpoint/2010/main" val="3409057763"/>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5736257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6" name="Object 5"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2"/>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5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vert="horz" lIns="274320" tIns="274320" rIns="274320" bIns="137160" anchor="b">
            <a:noAutofit/>
          </a:bodyPr>
          <a:lstStyle>
            <a:lvl1pPr marL="0" algn="r" defTabSz="914400" rtl="1" eaLnBrk="1" fontAlgn="auto" latinLnBrk="0" hangingPunct="1">
              <a:lnSpc>
                <a:spcPts val="6000"/>
              </a:lnSpc>
              <a:spcBef>
                <a:spcPts val="0"/>
              </a:spcBef>
              <a:spcAft>
                <a:spcPts val="0"/>
              </a:spcAft>
              <a:defRPr lang="en-US" sz="5400" kern="1200" baseline="0" dirty="0">
                <a:solidFill>
                  <a:schemeClr val="bg1"/>
                </a:solidFill>
                <a:latin typeface="+mj-lt"/>
                <a:ea typeface="+mj-ea"/>
                <a:cs typeface="+mj-cs"/>
                <a:sym typeface="+mj-lt"/>
              </a:defRPr>
            </a:lvl1pPr>
          </a:lstStyle>
          <a:p>
            <a:r>
              <a:rPr lang="ar-AE" dirty="0"/>
              <a:t>انقر لإضافة نص بيان كبير</a:t>
            </a:r>
          </a:p>
        </p:txBody>
      </p:sp>
      <p:sp>
        <p:nvSpPr>
          <p:cNvPr id="59" name="Rectangle 58"/>
          <p:cNvSpPr/>
          <p:nvPr userDrawn="1"/>
        </p:nvSpPr>
        <p:spPr bwMode="white">
          <a:xfrm>
            <a:off x="9957561"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rtl="1" eaLnBrk="1"/>
            <a:endParaRPr lang="ar-AE" sz="1200" dirty="0">
              <a:solidFill>
                <a:schemeClr val="bg1"/>
              </a:solidFill>
              <a:latin typeface="+mn-lt"/>
              <a:ea typeface="+mn-ea"/>
              <a:cs typeface="+mn-cs"/>
              <a:sym typeface="+mn-lt"/>
            </a:endParaRPr>
          </a:p>
        </p:txBody>
      </p:sp>
      <p:sp>
        <p:nvSpPr>
          <p:cNvPr id="8"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solidFill>
                <a:latin typeface="+mn-lt"/>
                <a:ea typeface="+mn-ea"/>
                <a:cs typeface="+mn-cs"/>
                <a:sym typeface="+mn-lt"/>
              </a:defRPr>
            </a:lvl1pPr>
          </a:lstStyle>
          <a:p>
            <a:endParaRPr lang="ar-AE" dirty="0"/>
          </a:p>
        </p:txBody>
      </p:sp>
      <p:sp>
        <p:nvSpPr>
          <p:cNvPr id="9" name="TextBox 8"/>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sp>
        <p:nvSpPr>
          <p:cNvPr id="20"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18" name="Group 17">
            <a:extLst>
              <a:ext uri="{FF2B5EF4-FFF2-40B4-BE49-F238E27FC236}">
                <a16:creationId xmlns:a16="http://schemas.microsoft.com/office/drawing/2014/main" id="{5BA8FC84-B645-408E-9DC1-28E52191DC28}"/>
              </a:ext>
            </a:extLst>
          </p:cNvPr>
          <p:cNvGrpSpPr/>
          <p:nvPr userDrawn="1"/>
        </p:nvGrpSpPr>
        <p:grpSpPr>
          <a:xfrm>
            <a:off x="170182" y="85030"/>
            <a:ext cx="1271837" cy="432854"/>
            <a:chOff x="170182" y="85030"/>
            <a:chExt cx="1271837" cy="432854"/>
          </a:xfrm>
        </p:grpSpPr>
        <p:pic>
          <p:nvPicPr>
            <p:cNvPr id="19" name="Picture 18">
              <a:extLst>
                <a:ext uri="{FF2B5EF4-FFF2-40B4-BE49-F238E27FC236}">
                  <a16:creationId xmlns:a16="http://schemas.microsoft.com/office/drawing/2014/main" id="{73365BE6-E14A-4D7A-9B99-98C6519CB443}"/>
                </a:ext>
              </a:extLst>
            </p:cNvPr>
            <p:cNvPicPr>
              <a:picLocks noChangeAspect="1"/>
            </p:cNvPicPr>
            <p:nvPr userDrawn="1"/>
          </p:nvPicPr>
          <p:blipFill rotWithShape="1">
            <a:blip r:embed="rId6"/>
            <a:srcRect l="67485" r="3467"/>
            <a:stretch/>
          </p:blipFill>
          <p:spPr>
            <a:xfrm>
              <a:off x="170182" y="89345"/>
              <a:ext cx="343503" cy="348186"/>
            </a:xfrm>
            <a:prstGeom prst="rect">
              <a:avLst/>
            </a:prstGeom>
          </p:spPr>
        </p:pic>
        <p:pic>
          <p:nvPicPr>
            <p:cNvPr id="21" name="Picture 20">
              <a:extLst>
                <a:ext uri="{FF2B5EF4-FFF2-40B4-BE49-F238E27FC236}">
                  <a16:creationId xmlns:a16="http://schemas.microsoft.com/office/drawing/2014/main" id="{02C81C00-8CD3-4DC5-8B69-4B1E413EBEA0}"/>
                </a:ext>
              </a:extLst>
            </p:cNvPr>
            <p:cNvPicPr>
              <a:picLocks noChangeAspect="1"/>
            </p:cNvPicPr>
            <p:nvPr userDrawn="1"/>
          </p:nvPicPr>
          <p:blipFill rotWithShape="1">
            <a:blip r:embed="rId6"/>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2709639759"/>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27077069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Rectangle 5" hidden="1"/>
          <p:cNvSpPr/>
          <p:nvPr userDrawn="1">
            <p:custDataLst>
              <p:tags r:id="rId3"/>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5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sp>
        <p:nvSpPr>
          <p:cNvPr id="147" name="Title 1"/>
          <p:cNvSpPr>
            <a:spLocks noGrp="1"/>
          </p:cNvSpPr>
          <p:nvPr>
            <p:ph type="title" hasCustomPrompt="1"/>
          </p:nvPr>
        </p:nvSpPr>
        <p:spPr bwMode="blackWhite">
          <a:xfrm>
            <a:off x="630000" y="3826800"/>
            <a:ext cx="10936800" cy="2041200"/>
          </a:xfrm>
        </p:spPr>
        <p:txBody>
          <a:bodyPr vert="horz" anchor="t">
            <a:noAutofit/>
          </a:bodyPr>
          <a:lstStyle>
            <a:lvl1pPr rtl="1">
              <a:defRPr sz="5400">
                <a:solidFill>
                  <a:schemeClr val="bg1"/>
                </a:solidFill>
                <a:latin typeface="+mj-lt"/>
                <a:ea typeface="+mj-ea"/>
                <a:cs typeface="+mj-cs"/>
                <a:sym typeface="+mj-lt"/>
              </a:defRPr>
            </a:lvl1pPr>
          </a:lstStyle>
          <a:p>
            <a:r>
              <a:rPr lang="ar-AE" dirty="0"/>
              <a:t>انقر لإضافة نص بيان كبير</a:t>
            </a:r>
          </a:p>
        </p:txBody>
      </p:sp>
      <p:cxnSp>
        <p:nvCxnSpPr>
          <p:cNvPr id="148" name="Straight Connector 147"/>
          <p:cNvCxnSpPr/>
          <p:nvPr userDrawn="1"/>
        </p:nvCxnSpPr>
        <p:spPr bwMode="white">
          <a:xfrm>
            <a:off x="-13105"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
        <p:nvSpPr>
          <p:cNvPr id="7"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solidFill>
                <a:latin typeface="+mn-lt"/>
                <a:ea typeface="+mn-ea"/>
                <a:cs typeface="+mn-cs"/>
                <a:sym typeface="+mn-lt"/>
              </a:defRPr>
            </a:lvl1pPr>
          </a:lstStyle>
          <a:p>
            <a:endParaRPr lang="ar-AE" dirty="0"/>
          </a:p>
        </p:txBody>
      </p:sp>
      <p:sp>
        <p:nvSpPr>
          <p:cNvPr id="8" name="TextBox 7"/>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sp>
        <p:nvSpPr>
          <p:cNvPr id="11"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10" name="Group 9">
            <a:extLst>
              <a:ext uri="{FF2B5EF4-FFF2-40B4-BE49-F238E27FC236}">
                <a16:creationId xmlns:a16="http://schemas.microsoft.com/office/drawing/2014/main" id="{E5E41935-5D3C-4836-BD0F-B6F0A356B0A5}"/>
              </a:ext>
            </a:extLst>
          </p:cNvPr>
          <p:cNvGrpSpPr/>
          <p:nvPr userDrawn="1"/>
        </p:nvGrpSpPr>
        <p:grpSpPr>
          <a:xfrm>
            <a:off x="170182" y="85030"/>
            <a:ext cx="1271837" cy="432854"/>
            <a:chOff x="170182" y="85030"/>
            <a:chExt cx="1271837" cy="432854"/>
          </a:xfrm>
        </p:grpSpPr>
        <p:pic>
          <p:nvPicPr>
            <p:cNvPr id="12" name="Picture 11">
              <a:extLst>
                <a:ext uri="{FF2B5EF4-FFF2-40B4-BE49-F238E27FC236}">
                  <a16:creationId xmlns:a16="http://schemas.microsoft.com/office/drawing/2014/main" id="{B815B023-B9AD-4432-AA79-8A6593EAA4BE}"/>
                </a:ext>
              </a:extLst>
            </p:cNvPr>
            <p:cNvPicPr>
              <a:picLocks noChangeAspect="1"/>
            </p:cNvPicPr>
            <p:nvPr userDrawn="1"/>
          </p:nvPicPr>
          <p:blipFill rotWithShape="1">
            <a:blip r:embed="rId7"/>
            <a:srcRect l="67485" r="3467"/>
            <a:stretch/>
          </p:blipFill>
          <p:spPr>
            <a:xfrm>
              <a:off x="170182" y="89345"/>
              <a:ext cx="343503" cy="348186"/>
            </a:xfrm>
            <a:prstGeom prst="rect">
              <a:avLst/>
            </a:prstGeom>
          </p:spPr>
        </p:pic>
        <p:pic>
          <p:nvPicPr>
            <p:cNvPr id="13" name="Picture 12">
              <a:extLst>
                <a:ext uri="{FF2B5EF4-FFF2-40B4-BE49-F238E27FC236}">
                  <a16:creationId xmlns:a16="http://schemas.microsoft.com/office/drawing/2014/main" id="{46B73757-8260-4DC3-92E1-593FF8917342}"/>
                </a:ext>
              </a:extLst>
            </p:cNvPr>
            <p:cNvPicPr>
              <a:picLocks noChangeAspect="1"/>
            </p:cNvPicPr>
            <p:nvPr userDrawn="1"/>
          </p:nvPicPr>
          <p:blipFill rotWithShape="1">
            <a:blip r:embed="rId7"/>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32886966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7966083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3"/>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32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pic>
        <p:nvPicPr>
          <p:cNvPr id="16" name="Picture 15"/>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H="1" flipV="1">
            <a:off x="7695540" y="0"/>
            <a:ext cx="416951" cy="6858000"/>
          </a:xfrm>
          <a:prstGeom prst="rect">
            <a:avLst/>
          </a:prstGeom>
        </p:spPr>
      </p:pic>
      <p:sp>
        <p:nvSpPr>
          <p:cNvPr id="26" name="Rectangle 25"/>
          <p:cNvSpPr/>
          <p:nvPr userDrawn="1"/>
        </p:nvSpPr>
        <p:spPr bwMode="white">
          <a:xfrm>
            <a:off x="8112492" y="0"/>
            <a:ext cx="4079508" cy="685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r" rtl="1" eaLnBrk="1"/>
            <a:endParaRPr lang="ar-AE" sz="1200" dirty="0">
              <a:solidFill>
                <a:schemeClr val="bg1"/>
              </a:solidFill>
              <a:latin typeface="+mn-lt"/>
              <a:ea typeface="+mn-ea"/>
              <a:cs typeface="+mn-cs"/>
              <a:sym typeface="+mn-lt"/>
            </a:endParaRPr>
          </a:p>
        </p:txBody>
      </p:sp>
      <p:sp>
        <p:nvSpPr>
          <p:cNvPr id="27" name="Title 4"/>
          <p:cNvSpPr>
            <a:spLocks noGrp="1"/>
          </p:cNvSpPr>
          <p:nvPr>
            <p:ph type="title" hasCustomPrompt="1"/>
          </p:nvPr>
        </p:nvSpPr>
        <p:spPr>
          <a:xfrm>
            <a:off x="8435318" y="2681103"/>
            <a:ext cx="3127881" cy="1495794"/>
          </a:xfrm>
          <a:prstGeom prst="rect">
            <a:avLst/>
          </a:prstGeom>
        </p:spPr>
        <p:txBody>
          <a:bodyPr vert="horz" anchor="ctr">
            <a:noAutofit/>
          </a:bodyPr>
          <a:lstStyle>
            <a:lvl1pPr rtl="1">
              <a:defRPr sz="3200">
                <a:solidFill>
                  <a:srgbClr val="005B4F"/>
                </a:solidFill>
                <a:latin typeface="+mj-lt"/>
                <a:ea typeface="+mj-ea"/>
                <a:cs typeface="+mj-cs"/>
                <a:sym typeface="+mj-lt"/>
              </a:defRPr>
            </a:lvl1pPr>
          </a:lstStyle>
          <a:p>
            <a:r>
              <a:rPr lang="ar-AE" dirty="0"/>
              <a:t>اضغط لإضافة عنوان</a:t>
            </a:r>
          </a:p>
        </p:txBody>
      </p:sp>
      <p:sp>
        <p:nvSpPr>
          <p:cNvPr id="8"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solidFill>
                <a:latin typeface="+mn-lt"/>
                <a:ea typeface="+mn-ea"/>
                <a:cs typeface="+mn-cs"/>
                <a:sym typeface="+mn-lt"/>
              </a:defRPr>
            </a:lvl1pPr>
          </a:lstStyle>
          <a:p>
            <a:endParaRPr lang="ar-AE" dirty="0"/>
          </a:p>
        </p:txBody>
      </p:sp>
      <p:sp>
        <p:nvSpPr>
          <p:cNvPr id="9" name="TextBox 8"/>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sp>
        <p:nvSpPr>
          <p:cNvPr id="14"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grpSp>
        <p:nvGrpSpPr>
          <p:cNvPr id="17" name="Group 16">
            <a:extLst>
              <a:ext uri="{FF2B5EF4-FFF2-40B4-BE49-F238E27FC236}">
                <a16:creationId xmlns:a16="http://schemas.microsoft.com/office/drawing/2014/main" id="{982D53E3-AA1E-4A8F-AB43-6D226BF7FB97}"/>
              </a:ext>
            </a:extLst>
          </p:cNvPr>
          <p:cNvGrpSpPr/>
          <p:nvPr userDrawn="1"/>
        </p:nvGrpSpPr>
        <p:grpSpPr>
          <a:xfrm>
            <a:off x="170182" y="85030"/>
            <a:ext cx="1271837" cy="432854"/>
            <a:chOff x="170182" y="85030"/>
            <a:chExt cx="1271837" cy="432854"/>
          </a:xfrm>
        </p:grpSpPr>
        <p:pic>
          <p:nvPicPr>
            <p:cNvPr id="18" name="Picture 17">
              <a:extLst>
                <a:ext uri="{FF2B5EF4-FFF2-40B4-BE49-F238E27FC236}">
                  <a16:creationId xmlns:a16="http://schemas.microsoft.com/office/drawing/2014/main" id="{DBA4A506-28EE-477B-8C62-D228088E5692}"/>
                </a:ext>
              </a:extLst>
            </p:cNvPr>
            <p:cNvPicPr>
              <a:picLocks noChangeAspect="1"/>
            </p:cNvPicPr>
            <p:nvPr userDrawn="1"/>
          </p:nvPicPr>
          <p:blipFill rotWithShape="1">
            <a:blip r:embed="rId8"/>
            <a:srcRect l="67485" r="3467"/>
            <a:stretch/>
          </p:blipFill>
          <p:spPr>
            <a:xfrm>
              <a:off x="170182" y="89345"/>
              <a:ext cx="343503" cy="348186"/>
            </a:xfrm>
            <a:prstGeom prst="rect">
              <a:avLst/>
            </a:prstGeom>
          </p:spPr>
        </p:pic>
        <p:pic>
          <p:nvPicPr>
            <p:cNvPr id="19" name="Picture 18">
              <a:extLst>
                <a:ext uri="{FF2B5EF4-FFF2-40B4-BE49-F238E27FC236}">
                  <a16:creationId xmlns:a16="http://schemas.microsoft.com/office/drawing/2014/main" id="{AD288DA4-0549-4D11-A1EB-1D618C6F42B1}"/>
                </a:ext>
              </a:extLst>
            </p:cNvPr>
            <p:cNvPicPr>
              <a:picLocks noChangeAspect="1"/>
            </p:cNvPicPr>
            <p:nvPr userDrawn="1"/>
          </p:nvPicPr>
          <p:blipFill rotWithShape="1">
            <a:blip r:embed="rId8"/>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3755882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27568529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3"/>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3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pic>
        <p:nvPicPr>
          <p:cNvPr id="10" name="Picture 9"/>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H="1" flipV="1">
            <a:off x="4603093" y="0"/>
            <a:ext cx="416951" cy="6858000"/>
          </a:xfrm>
          <a:prstGeom prst="rect">
            <a:avLst/>
          </a:prstGeom>
        </p:spPr>
      </p:pic>
      <p:sp>
        <p:nvSpPr>
          <p:cNvPr id="13" name="Rectangle 12"/>
          <p:cNvSpPr/>
          <p:nvPr userDrawn="1"/>
        </p:nvSpPr>
        <p:spPr bwMode="white">
          <a:xfrm>
            <a:off x="5020044" y="0"/>
            <a:ext cx="7171956" cy="685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r" rtl="1" eaLnBrk="1"/>
            <a:endParaRPr lang="ar-AE" sz="1200" dirty="0">
              <a:solidFill>
                <a:schemeClr val="bg1"/>
              </a:solidFill>
              <a:latin typeface="+mn-lt"/>
              <a:ea typeface="+mn-ea"/>
              <a:cs typeface="+mn-cs"/>
              <a:sym typeface="+mn-lt"/>
            </a:endParaRPr>
          </a:p>
        </p:txBody>
      </p:sp>
      <p:sp>
        <p:nvSpPr>
          <p:cNvPr id="23" name="Title 3"/>
          <p:cNvSpPr>
            <a:spLocks noGrp="1"/>
          </p:cNvSpPr>
          <p:nvPr>
            <p:ph type="title" hasCustomPrompt="1"/>
          </p:nvPr>
        </p:nvSpPr>
        <p:spPr>
          <a:xfrm>
            <a:off x="5306400" y="622800"/>
            <a:ext cx="6256800" cy="483979"/>
          </a:xfrm>
          <a:prstGeom prst="rect">
            <a:avLst/>
          </a:prstGeom>
        </p:spPr>
        <p:txBody>
          <a:bodyPr vert="horz" wrap="square" lIns="0" tIns="0" rIns="0" bIns="0" anchor="t" anchorCtr="0">
            <a:spAutoFit/>
          </a:bodyPr>
          <a:lstStyle>
            <a:lvl1pPr marL="0" indent="0" algn="r" rtl="1">
              <a:lnSpc>
                <a:spcPct val="90000"/>
              </a:lnSpc>
              <a:spcBef>
                <a:spcPct val="0"/>
              </a:spcBef>
              <a:spcAft>
                <a:spcPts val="0"/>
              </a:spcAft>
              <a:defRPr sz="3400" b="0" i="0" u="none" kern="1200" spc="0">
                <a:solidFill>
                  <a:srgbClr val="005B4F"/>
                </a:solidFill>
                <a:latin typeface="+mj-lt"/>
                <a:ea typeface="+mj-ea"/>
                <a:cs typeface="+mj-cs"/>
                <a:sym typeface="+mj-lt"/>
              </a:defRPr>
            </a:lvl1pPr>
          </a:lstStyle>
          <a:p>
            <a:pPr lvl="0"/>
            <a:r>
              <a:rPr lang="ar-AE" dirty="0"/>
              <a:t>اضغط لإضافة عنوان</a:t>
            </a:r>
          </a:p>
        </p:txBody>
      </p:sp>
      <p:sp>
        <p:nvSpPr>
          <p:cNvPr id="8"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solidFill>
                <a:latin typeface="+mn-lt"/>
                <a:ea typeface="+mn-ea"/>
                <a:cs typeface="+mn-cs"/>
                <a:sym typeface="+mn-lt"/>
              </a:defRPr>
            </a:lvl1pPr>
          </a:lstStyle>
          <a:p>
            <a:endParaRPr lang="ar-AE" dirty="0"/>
          </a:p>
        </p:txBody>
      </p:sp>
      <p:sp>
        <p:nvSpPr>
          <p:cNvPr id="9" name="TextBox 8"/>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sp>
        <p:nvSpPr>
          <p:cNvPr id="14"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grpSp>
        <p:nvGrpSpPr>
          <p:cNvPr id="17" name="Group 16">
            <a:extLst>
              <a:ext uri="{FF2B5EF4-FFF2-40B4-BE49-F238E27FC236}">
                <a16:creationId xmlns:a16="http://schemas.microsoft.com/office/drawing/2014/main" id="{E8C62734-F177-4642-9863-6D20EFD0C5AF}"/>
              </a:ext>
            </a:extLst>
          </p:cNvPr>
          <p:cNvGrpSpPr/>
          <p:nvPr userDrawn="1"/>
        </p:nvGrpSpPr>
        <p:grpSpPr>
          <a:xfrm>
            <a:off x="170182" y="85030"/>
            <a:ext cx="1271837" cy="432854"/>
            <a:chOff x="170182" y="85030"/>
            <a:chExt cx="1271837" cy="432854"/>
          </a:xfrm>
        </p:grpSpPr>
        <p:pic>
          <p:nvPicPr>
            <p:cNvPr id="18" name="Picture 17">
              <a:extLst>
                <a:ext uri="{FF2B5EF4-FFF2-40B4-BE49-F238E27FC236}">
                  <a16:creationId xmlns:a16="http://schemas.microsoft.com/office/drawing/2014/main" id="{F5FC34A7-0210-4F5E-815A-95FC866B8927}"/>
                </a:ext>
              </a:extLst>
            </p:cNvPr>
            <p:cNvPicPr>
              <a:picLocks noChangeAspect="1"/>
            </p:cNvPicPr>
            <p:nvPr userDrawn="1"/>
          </p:nvPicPr>
          <p:blipFill rotWithShape="1">
            <a:blip r:embed="rId8"/>
            <a:srcRect l="67485" r="3467"/>
            <a:stretch/>
          </p:blipFill>
          <p:spPr>
            <a:xfrm>
              <a:off x="170182" y="89345"/>
              <a:ext cx="343503" cy="348186"/>
            </a:xfrm>
            <a:prstGeom prst="rect">
              <a:avLst/>
            </a:prstGeom>
          </p:spPr>
        </p:pic>
        <p:pic>
          <p:nvPicPr>
            <p:cNvPr id="19" name="Picture 18">
              <a:extLst>
                <a:ext uri="{FF2B5EF4-FFF2-40B4-BE49-F238E27FC236}">
                  <a16:creationId xmlns:a16="http://schemas.microsoft.com/office/drawing/2014/main" id="{CFCDFE09-2CBA-4727-B430-D308B08A8CC8}"/>
                </a:ext>
              </a:extLst>
            </p:cNvPr>
            <p:cNvPicPr>
              <a:picLocks noChangeAspect="1"/>
            </p:cNvPicPr>
            <p:nvPr userDrawn="1"/>
          </p:nvPicPr>
          <p:blipFill rotWithShape="1">
            <a:blip r:embed="rId8"/>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7616115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7394017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3"/>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32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pic>
        <p:nvPicPr>
          <p:cNvPr id="10" name="Picture 9"/>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a:off x="8111237" y="0"/>
            <a:ext cx="416951" cy="6858000"/>
          </a:xfrm>
          <a:prstGeom prst="rect">
            <a:avLst/>
          </a:prstGeom>
        </p:spPr>
      </p:pic>
      <p:sp>
        <p:nvSpPr>
          <p:cNvPr id="11" name="Title 4"/>
          <p:cNvSpPr>
            <a:spLocks noGrp="1"/>
          </p:cNvSpPr>
          <p:nvPr>
            <p:ph type="title" hasCustomPrompt="1"/>
          </p:nvPr>
        </p:nvSpPr>
        <p:spPr>
          <a:xfrm>
            <a:off x="8435318" y="2681103"/>
            <a:ext cx="3127881" cy="1495794"/>
          </a:xfrm>
          <a:prstGeom prst="rect">
            <a:avLst/>
          </a:prstGeom>
        </p:spPr>
        <p:txBody>
          <a:bodyPr vert="horz" anchor="ctr">
            <a:noAutofit/>
          </a:bodyPr>
          <a:lstStyle>
            <a:lvl1pPr rtl="1">
              <a:defRPr sz="3200">
                <a:solidFill>
                  <a:schemeClr val="bg1"/>
                </a:solidFill>
                <a:latin typeface="+mj-lt"/>
                <a:ea typeface="+mj-ea"/>
                <a:cs typeface="+mj-cs"/>
                <a:sym typeface="+mj-lt"/>
              </a:defRPr>
            </a:lvl1pPr>
          </a:lstStyle>
          <a:p>
            <a:r>
              <a:rPr lang="ar-AE" dirty="0"/>
              <a:t>اضغط لإضافة عنوان</a:t>
            </a:r>
          </a:p>
        </p:txBody>
      </p:sp>
      <p:sp>
        <p:nvSpPr>
          <p:cNvPr id="13" name="Rectangle 12"/>
          <p:cNvSpPr/>
          <p:nvPr userDrawn="1"/>
        </p:nvSpPr>
        <p:spPr bwMode="white">
          <a:xfrm>
            <a:off x="0" y="-1309"/>
            <a:ext cx="8111237" cy="685930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r" rtl="1" eaLnBrk="1"/>
            <a:endParaRPr lang="ar-AE" sz="1200" dirty="0">
              <a:solidFill>
                <a:schemeClr val="bg1"/>
              </a:solidFill>
              <a:latin typeface="+mn-lt"/>
              <a:ea typeface="+mn-ea"/>
              <a:cs typeface="+mn-cs"/>
              <a:sym typeface="+mn-lt"/>
            </a:endParaRPr>
          </a:p>
        </p:txBody>
      </p:sp>
      <p:sp>
        <p:nvSpPr>
          <p:cNvPr id="8"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lumMod val="50000"/>
                  </a:schemeClr>
                </a:solidFill>
                <a:latin typeface="+mn-lt"/>
                <a:ea typeface="+mn-ea"/>
                <a:cs typeface="+mn-cs"/>
                <a:sym typeface="+mn-lt"/>
              </a:defRPr>
            </a:lvl1pPr>
          </a:lstStyle>
          <a:p>
            <a:endParaRPr lang="ar-AE" dirty="0"/>
          </a:p>
        </p:txBody>
      </p:sp>
      <p:sp>
        <p:nvSpPr>
          <p:cNvPr id="9" name="TextBox 8"/>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lumMod val="50000"/>
                  </a:schemeClr>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lumMod val="50000"/>
                </a:schemeClr>
              </a:solidFill>
              <a:latin typeface="+mn-lt"/>
              <a:ea typeface="+mn-ea"/>
              <a:cs typeface="+mn-cs"/>
              <a:sym typeface="+mn-lt"/>
            </a:endParaRPr>
          </a:p>
        </p:txBody>
      </p:sp>
      <p:sp>
        <p:nvSpPr>
          <p:cNvPr id="14"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15" name="Group 14">
            <a:extLst>
              <a:ext uri="{FF2B5EF4-FFF2-40B4-BE49-F238E27FC236}">
                <a16:creationId xmlns:a16="http://schemas.microsoft.com/office/drawing/2014/main" id="{DE311407-F850-48DE-9857-54211D24775F}"/>
              </a:ext>
            </a:extLst>
          </p:cNvPr>
          <p:cNvGrpSpPr/>
          <p:nvPr userDrawn="1"/>
        </p:nvGrpSpPr>
        <p:grpSpPr>
          <a:xfrm>
            <a:off x="170182" y="86876"/>
            <a:ext cx="1306195" cy="432854"/>
            <a:chOff x="170182" y="86876"/>
            <a:chExt cx="1306195" cy="432854"/>
          </a:xfrm>
        </p:grpSpPr>
        <p:pic>
          <p:nvPicPr>
            <p:cNvPr id="16" name="Picture 15">
              <a:extLst>
                <a:ext uri="{FF2B5EF4-FFF2-40B4-BE49-F238E27FC236}">
                  <a16:creationId xmlns:a16="http://schemas.microsoft.com/office/drawing/2014/main" id="{E934288B-C6BB-4BA4-B8E5-912C8BDA76BD}"/>
                </a:ext>
              </a:extLst>
            </p:cNvPr>
            <p:cNvPicPr>
              <a:picLocks noChangeAspect="1"/>
            </p:cNvPicPr>
            <p:nvPr userDrawn="1"/>
          </p:nvPicPr>
          <p:blipFill rotWithShape="1">
            <a:blip r:embed="rId8"/>
            <a:srcRect r="33081"/>
            <a:stretch/>
          </p:blipFill>
          <p:spPr>
            <a:xfrm>
              <a:off x="493159" y="86876"/>
              <a:ext cx="983218" cy="432854"/>
            </a:xfrm>
            <a:prstGeom prst="rect">
              <a:avLst/>
            </a:prstGeom>
          </p:spPr>
        </p:pic>
        <p:pic>
          <p:nvPicPr>
            <p:cNvPr id="17" name="Picture 16">
              <a:extLst>
                <a:ext uri="{FF2B5EF4-FFF2-40B4-BE49-F238E27FC236}">
                  <a16:creationId xmlns:a16="http://schemas.microsoft.com/office/drawing/2014/main" id="{CA081522-D538-4338-937B-03FF30970840}"/>
                </a:ext>
              </a:extLst>
            </p:cNvPr>
            <p:cNvPicPr>
              <a:picLocks noChangeAspect="1"/>
            </p:cNvPicPr>
            <p:nvPr userDrawn="1"/>
          </p:nvPicPr>
          <p:blipFill rotWithShape="1">
            <a:blip r:embed="rId8"/>
            <a:srcRect l="67278"/>
            <a:stretch/>
          </p:blipFill>
          <p:spPr>
            <a:xfrm>
              <a:off x="170182" y="89345"/>
              <a:ext cx="386728" cy="348186"/>
            </a:xfrm>
            <a:prstGeom prst="rect">
              <a:avLst/>
            </a:prstGeom>
          </p:spPr>
        </p:pic>
      </p:grpSp>
    </p:spTree>
    <p:extLst>
      <p:ext uri="{BB962C8B-B14F-4D97-AF65-F5344CB8AC3E}">
        <p14:creationId xmlns:p14="http://schemas.microsoft.com/office/powerpoint/2010/main" val="7848995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225667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3"/>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4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pic>
        <p:nvPicPr>
          <p:cNvPr id="11" name="Picture 10"/>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a:off x="6099977" y="0"/>
            <a:ext cx="416951" cy="6858000"/>
          </a:xfrm>
          <a:prstGeom prst="rect">
            <a:avLst/>
          </a:prstGeom>
        </p:spPr>
      </p:pic>
      <p:sp>
        <p:nvSpPr>
          <p:cNvPr id="12" name="Rectangle 11"/>
          <p:cNvSpPr/>
          <p:nvPr userDrawn="1"/>
        </p:nvSpPr>
        <p:spPr>
          <a:xfrm>
            <a:off x="0" y="0"/>
            <a:ext cx="6096000" cy="6858000"/>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rtl="1" eaLnBrk="1">
              <a:lnSpc>
                <a:spcPct val="90000"/>
              </a:lnSpc>
              <a:spcAft>
                <a:spcPts val="1000"/>
              </a:spcAft>
            </a:pPr>
            <a:endParaRPr lang="ar-AE" sz="1200" dirty="0">
              <a:solidFill>
                <a:schemeClr val="bg1"/>
              </a:solidFill>
              <a:latin typeface="+mn-lt"/>
              <a:ea typeface="+mn-ea"/>
              <a:cs typeface="+mn-cs"/>
              <a:sym typeface="+mn-lt"/>
            </a:endParaRPr>
          </a:p>
        </p:txBody>
      </p:sp>
      <p:sp>
        <p:nvSpPr>
          <p:cNvPr id="13" name="Picture Placeholder 18"/>
          <p:cNvSpPr>
            <a:spLocks noGrp="1"/>
          </p:cNvSpPr>
          <p:nvPr>
            <p:ph type="pic" sz="quarter" idx="14" hasCustomPrompt="1"/>
          </p:nvPr>
        </p:nvSpPr>
        <p:spPr>
          <a:xfrm>
            <a:off x="0" y="0"/>
            <a:ext cx="6099977" cy="6858000"/>
          </a:xfrm>
          <a:prstGeom prst="rect">
            <a:avLst/>
          </a:prstGeom>
          <a:noFill/>
        </p:spPr>
        <p:txBody>
          <a:bodyPr lIns="914400" tIns="914400" rIns="914400" bIns="914400"/>
          <a:lstStyle>
            <a:lvl1pPr algn="ctr" rtl="1">
              <a:defRPr sz="1800" baseline="0">
                <a:latin typeface="+mn-lt"/>
                <a:ea typeface="+mn-ea"/>
                <a:cs typeface="+mn-cs"/>
                <a:sym typeface="+mn-lt"/>
              </a:defRPr>
            </a:lvl1pPr>
          </a:lstStyle>
          <a:p>
            <a:r>
              <a:rPr lang="ar-AE"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7174799" y="1785600"/>
            <a:ext cx="4388400" cy="3286800"/>
          </a:xfrm>
          <a:prstGeom prst="rect">
            <a:avLst/>
          </a:prstGeom>
          <a:noFill/>
        </p:spPr>
        <p:txBody>
          <a:bodyPr vert="horz" wrap="square" lIns="320040" tIns="0" rIns="0" bIns="0" anchor="ctr">
            <a:noAutofit/>
          </a:bodyPr>
          <a:lstStyle>
            <a:lvl1pPr rtl="1">
              <a:defRPr sz="4400">
                <a:solidFill>
                  <a:schemeClr val="bg1"/>
                </a:solidFill>
                <a:latin typeface="+mj-lt"/>
                <a:ea typeface="+mj-ea"/>
                <a:cs typeface="+mj-cs"/>
                <a:sym typeface="+mj-lt"/>
              </a:defRPr>
            </a:lvl1pPr>
          </a:lstStyle>
          <a:p>
            <a:r>
              <a:rPr lang="ar-AE" dirty="0"/>
              <a:t>اضغط لإضافة عنوان</a:t>
            </a:r>
          </a:p>
        </p:txBody>
      </p:sp>
      <p:sp>
        <p:nvSpPr>
          <p:cNvPr id="9"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lumMod val="50000"/>
                  </a:schemeClr>
                </a:solidFill>
                <a:latin typeface="+mn-lt"/>
                <a:ea typeface="+mn-ea"/>
                <a:cs typeface="+mn-cs"/>
                <a:sym typeface="+mn-lt"/>
              </a:defRPr>
            </a:lvl1pPr>
          </a:lstStyle>
          <a:p>
            <a:endParaRPr lang="ar-AE" dirty="0"/>
          </a:p>
        </p:txBody>
      </p:sp>
      <p:sp>
        <p:nvSpPr>
          <p:cNvPr id="10" name="TextBox 9"/>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lumMod val="50000"/>
                  </a:schemeClr>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lumMod val="50000"/>
                </a:schemeClr>
              </a:solidFill>
              <a:latin typeface="+mn-lt"/>
              <a:ea typeface="+mn-ea"/>
              <a:cs typeface="+mn-cs"/>
              <a:sym typeface="+mn-lt"/>
            </a:endParaRPr>
          </a:p>
        </p:txBody>
      </p:sp>
      <p:sp>
        <p:nvSpPr>
          <p:cNvPr id="16"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17" name="Group 16">
            <a:extLst>
              <a:ext uri="{FF2B5EF4-FFF2-40B4-BE49-F238E27FC236}">
                <a16:creationId xmlns:a16="http://schemas.microsoft.com/office/drawing/2014/main" id="{455713A9-BE33-4AD3-9A34-8387B7026D5C}"/>
              </a:ext>
            </a:extLst>
          </p:cNvPr>
          <p:cNvGrpSpPr/>
          <p:nvPr userDrawn="1"/>
        </p:nvGrpSpPr>
        <p:grpSpPr>
          <a:xfrm>
            <a:off x="170182" y="86876"/>
            <a:ext cx="1306195" cy="432854"/>
            <a:chOff x="170182" y="86876"/>
            <a:chExt cx="1306195" cy="432854"/>
          </a:xfrm>
        </p:grpSpPr>
        <p:pic>
          <p:nvPicPr>
            <p:cNvPr id="18" name="Picture 17">
              <a:extLst>
                <a:ext uri="{FF2B5EF4-FFF2-40B4-BE49-F238E27FC236}">
                  <a16:creationId xmlns:a16="http://schemas.microsoft.com/office/drawing/2014/main" id="{F13EAFE5-940B-4DA8-9B4A-0CF7ADF937CE}"/>
                </a:ext>
              </a:extLst>
            </p:cNvPr>
            <p:cNvPicPr>
              <a:picLocks noChangeAspect="1"/>
            </p:cNvPicPr>
            <p:nvPr userDrawn="1"/>
          </p:nvPicPr>
          <p:blipFill rotWithShape="1">
            <a:blip r:embed="rId8"/>
            <a:srcRect r="33081"/>
            <a:stretch/>
          </p:blipFill>
          <p:spPr>
            <a:xfrm>
              <a:off x="493159" y="86876"/>
              <a:ext cx="983218" cy="432854"/>
            </a:xfrm>
            <a:prstGeom prst="rect">
              <a:avLst/>
            </a:prstGeom>
          </p:spPr>
        </p:pic>
        <p:pic>
          <p:nvPicPr>
            <p:cNvPr id="19" name="Picture 18">
              <a:extLst>
                <a:ext uri="{FF2B5EF4-FFF2-40B4-BE49-F238E27FC236}">
                  <a16:creationId xmlns:a16="http://schemas.microsoft.com/office/drawing/2014/main" id="{CAC25DA6-5C48-4AB8-A0B9-F8A2E38B11E1}"/>
                </a:ext>
              </a:extLst>
            </p:cNvPr>
            <p:cNvPicPr>
              <a:picLocks noChangeAspect="1"/>
            </p:cNvPicPr>
            <p:nvPr userDrawn="1"/>
          </p:nvPicPr>
          <p:blipFill rotWithShape="1">
            <a:blip r:embed="rId8"/>
            <a:srcRect l="67278"/>
            <a:stretch/>
          </p:blipFill>
          <p:spPr>
            <a:xfrm>
              <a:off x="170182" y="89345"/>
              <a:ext cx="386728" cy="348186"/>
            </a:xfrm>
            <a:prstGeom prst="rect">
              <a:avLst/>
            </a:prstGeom>
          </p:spPr>
        </p:pic>
      </p:grpSp>
    </p:spTree>
    <p:extLst>
      <p:ext uri="{BB962C8B-B14F-4D97-AF65-F5344CB8AC3E}">
        <p14:creationId xmlns:p14="http://schemas.microsoft.com/office/powerpoint/2010/main" val="29014339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21434606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3"/>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4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pic>
        <p:nvPicPr>
          <p:cNvPr id="9" name="Picture 8"/>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a:off x="4371975" y="0"/>
            <a:ext cx="416951" cy="6858000"/>
          </a:xfrm>
          <a:prstGeom prst="rect">
            <a:avLst/>
          </a:prstGeom>
        </p:spPr>
      </p:pic>
      <p:sp>
        <p:nvSpPr>
          <p:cNvPr id="10" name="Rectangle 9"/>
          <p:cNvSpPr/>
          <p:nvPr userDrawn="1"/>
        </p:nvSpPr>
        <p:spPr bwMode="gray">
          <a:xfrm>
            <a:off x="0" y="0"/>
            <a:ext cx="4372457" cy="685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r" rtl="1" eaLnBrk="1"/>
            <a:endParaRPr lang="ar-AE" sz="1200" dirty="0">
              <a:solidFill>
                <a:schemeClr val="bg1"/>
              </a:solidFill>
              <a:latin typeface="+mn-lt"/>
              <a:ea typeface="+mn-ea"/>
              <a:cs typeface="+mn-cs"/>
              <a:sym typeface="+mn-lt"/>
            </a:endParaRPr>
          </a:p>
        </p:txBody>
      </p:sp>
      <p:sp>
        <p:nvSpPr>
          <p:cNvPr id="11" name="Picture Placeholder 5"/>
          <p:cNvSpPr>
            <a:spLocks noGrp="1"/>
          </p:cNvSpPr>
          <p:nvPr>
            <p:ph type="pic" sz="quarter" idx="11" hasCustomPrompt="1"/>
          </p:nvPr>
        </p:nvSpPr>
        <p:spPr>
          <a:xfrm>
            <a:off x="0" y="0"/>
            <a:ext cx="4371975" cy="6858000"/>
          </a:xfrm>
          <a:prstGeom prst="rect">
            <a:avLst/>
          </a:prstGeom>
          <a:noFill/>
        </p:spPr>
        <p:txBody>
          <a:bodyPr lIns="182880" tIns="914400" rIns="182880" bIns="914400"/>
          <a:lstStyle>
            <a:lvl1pPr algn="ctr" rtl="1">
              <a:defRPr sz="1600">
                <a:solidFill>
                  <a:schemeClr val="tx1"/>
                </a:solidFill>
                <a:latin typeface="+mn-lt"/>
                <a:ea typeface="+mn-ea"/>
                <a:cs typeface="+mn-cs"/>
                <a:sym typeface="+mn-lt"/>
              </a:defRPr>
            </a:lvl1pPr>
          </a:lstStyle>
          <a:p>
            <a:r>
              <a:rPr lang="ar-AE" dirty="0"/>
              <a:t>Click icon below to insert an image or remove this placeholder to use the whitespace in another way</a:t>
            </a:r>
          </a:p>
        </p:txBody>
      </p:sp>
      <p:sp>
        <p:nvSpPr>
          <p:cNvPr id="14" name="Title 1"/>
          <p:cNvSpPr>
            <a:spLocks noGrp="1"/>
          </p:cNvSpPr>
          <p:nvPr>
            <p:ph type="title" hasCustomPrompt="1"/>
          </p:nvPr>
        </p:nvSpPr>
        <p:spPr bwMode="blackWhite">
          <a:xfrm>
            <a:off x="5315647" y="1804650"/>
            <a:ext cx="6247552" cy="3286800"/>
          </a:xfrm>
          <a:prstGeom prst="rect">
            <a:avLst/>
          </a:prstGeom>
        </p:spPr>
        <p:txBody>
          <a:bodyPr vert="horz" anchor="ctr">
            <a:noAutofit/>
          </a:bodyPr>
          <a:lstStyle>
            <a:lvl1pPr rtl="1">
              <a:defRPr sz="4400">
                <a:solidFill>
                  <a:schemeClr val="bg1"/>
                </a:solidFill>
                <a:latin typeface="+mj-lt"/>
                <a:ea typeface="+mj-ea"/>
                <a:cs typeface="+mj-cs"/>
                <a:sym typeface="+mj-lt"/>
              </a:defRPr>
            </a:lvl1pPr>
          </a:lstStyle>
          <a:p>
            <a:r>
              <a:rPr lang="ar-AE" dirty="0"/>
              <a:t>اضغط لإضافة عنوان</a:t>
            </a:r>
          </a:p>
        </p:txBody>
      </p:sp>
      <p:sp>
        <p:nvSpPr>
          <p:cNvPr id="12"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lumMod val="50000"/>
                  </a:schemeClr>
                </a:solidFill>
                <a:latin typeface="+mn-lt"/>
                <a:ea typeface="+mn-ea"/>
                <a:cs typeface="+mn-cs"/>
                <a:sym typeface="+mn-lt"/>
              </a:defRPr>
            </a:lvl1pPr>
          </a:lstStyle>
          <a:p>
            <a:endParaRPr lang="ar-AE" dirty="0"/>
          </a:p>
        </p:txBody>
      </p:sp>
      <p:sp>
        <p:nvSpPr>
          <p:cNvPr id="13" name="TextBox 12"/>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lumMod val="50000"/>
                  </a:schemeClr>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lumMod val="50000"/>
                </a:schemeClr>
              </a:solidFill>
              <a:latin typeface="+mn-lt"/>
              <a:ea typeface="+mn-ea"/>
              <a:cs typeface="+mn-cs"/>
              <a:sym typeface="+mn-lt"/>
            </a:endParaRPr>
          </a:p>
        </p:txBody>
      </p:sp>
      <p:sp>
        <p:nvSpPr>
          <p:cNvPr id="17"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15" name="Group 14">
            <a:extLst>
              <a:ext uri="{FF2B5EF4-FFF2-40B4-BE49-F238E27FC236}">
                <a16:creationId xmlns:a16="http://schemas.microsoft.com/office/drawing/2014/main" id="{9B761DB2-39EF-4E9A-AD5B-D554EB1E093C}"/>
              </a:ext>
            </a:extLst>
          </p:cNvPr>
          <p:cNvGrpSpPr/>
          <p:nvPr userDrawn="1"/>
        </p:nvGrpSpPr>
        <p:grpSpPr>
          <a:xfrm>
            <a:off x="170182" y="86876"/>
            <a:ext cx="1306195" cy="432854"/>
            <a:chOff x="170182" y="86876"/>
            <a:chExt cx="1306195" cy="432854"/>
          </a:xfrm>
        </p:grpSpPr>
        <p:pic>
          <p:nvPicPr>
            <p:cNvPr id="18" name="Picture 17">
              <a:extLst>
                <a:ext uri="{FF2B5EF4-FFF2-40B4-BE49-F238E27FC236}">
                  <a16:creationId xmlns:a16="http://schemas.microsoft.com/office/drawing/2014/main" id="{CA938B7B-BB97-40B6-A883-34C5215CF8A6}"/>
                </a:ext>
              </a:extLst>
            </p:cNvPr>
            <p:cNvPicPr>
              <a:picLocks noChangeAspect="1"/>
            </p:cNvPicPr>
            <p:nvPr userDrawn="1"/>
          </p:nvPicPr>
          <p:blipFill rotWithShape="1">
            <a:blip r:embed="rId8"/>
            <a:srcRect r="33081"/>
            <a:stretch/>
          </p:blipFill>
          <p:spPr>
            <a:xfrm>
              <a:off x="493159" y="86876"/>
              <a:ext cx="983218" cy="432854"/>
            </a:xfrm>
            <a:prstGeom prst="rect">
              <a:avLst/>
            </a:prstGeom>
          </p:spPr>
        </p:pic>
        <p:pic>
          <p:nvPicPr>
            <p:cNvPr id="19" name="Picture 18">
              <a:extLst>
                <a:ext uri="{FF2B5EF4-FFF2-40B4-BE49-F238E27FC236}">
                  <a16:creationId xmlns:a16="http://schemas.microsoft.com/office/drawing/2014/main" id="{E1813D92-9149-467B-81C0-D3D1DBB60A02}"/>
                </a:ext>
              </a:extLst>
            </p:cNvPr>
            <p:cNvPicPr>
              <a:picLocks noChangeAspect="1"/>
            </p:cNvPicPr>
            <p:nvPr userDrawn="1"/>
          </p:nvPicPr>
          <p:blipFill rotWithShape="1">
            <a:blip r:embed="rId8"/>
            <a:srcRect l="67278"/>
            <a:stretch/>
          </p:blipFill>
          <p:spPr>
            <a:xfrm>
              <a:off x="170182" y="89345"/>
              <a:ext cx="386728" cy="348186"/>
            </a:xfrm>
            <a:prstGeom prst="rect">
              <a:avLst/>
            </a:prstGeom>
          </p:spPr>
        </p:pic>
      </p:grpSp>
    </p:spTree>
    <p:extLst>
      <p:ext uri="{BB962C8B-B14F-4D97-AF65-F5344CB8AC3E}">
        <p14:creationId xmlns:p14="http://schemas.microsoft.com/office/powerpoint/2010/main" val="14125293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27081560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3"/>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32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pic>
        <p:nvPicPr>
          <p:cNvPr id="9" name="Picture 8"/>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flipH="1">
            <a:off x="771931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
        <p:nvSpPr>
          <p:cNvPr id="16" name="Freeform 14"/>
          <p:cNvSpPr/>
          <p:nvPr userDrawn="1"/>
        </p:nvSpPr>
        <p:spPr bwMode="ltGray">
          <a:xfrm flipH="1">
            <a:off x="8103688"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r" rtl="1" eaLnBrk="1">
              <a:lnSpc>
                <a:spcPct val="90000"/>
              </a:lnSpc>
              <a:spcAft>
                <a:spcPts val="1000"/>
              </a:spcAft>
            </a:pPr>
            <a:endParaRPr lang="ar-AE" sz="1200" dirty="0">
              <a:solidFill>
                <a:prstClr val="white"/>
              </a:solidFill>
              <a:latin typeface="+mn-lt"/>
              <a:ea typeface="+mn-ea"/>
              <a:cs typeface="+mn-cs"/>
              <a:sym typeface="+mn-lt"/>
            </a:endParaRPr>
          </a:p>
        </p:txBody>
      </p:sp>
      <p:sp>
        <p:nvSpPr>
          <p:cNvPr id="17" name="Title 2"/>
          <p:cNvSpPr>
            <a:spLocks noGrp="1"/>
          </p:cNvSpPr>
          <p:nvPr>
            <p:ph type="title" hasCustomPrompt="1"/>
          </p:nvPr>
        </p:nvSpPr>
        <p:spPr>
          <a:xfrm>
            <a:off x="9084562" y="2764203"/>
            <a:ext cx="2478638" cy="1314311"/>
          </a:xfrm>
          <a:prstGeom prst="rect">
            <a:avLst/>
          </a:prstGeom>
        </p:spPr>
        <p:txBody>
          <a:bodyPr vert="horz" anchor="ctr">
            <a:noAutofit/>
          </a:bodyPr>
          <a:lstStyle>
            <a:lvl1pPr rtl="1">
              <a:defRPr sz="3200" baseline="0">
                <a:solidFill>
                  <a:srgbClr val="005B4F"/>
                </a:solidFill>
                <a:latin typeface="+mj-lt"/>
                <a:ea typeface="+mj-ea"/>
                <a:cs typeface="+mj-cs"/>
                <a:sym typeface="+mj-lt"/>
              </a:defRPr>
            </a:lvl1pPr>
          </a:lstStyle>
          <a:p>
            <a:r>
              <a:rPr lang="ar-AE" dirty="0">
                <a:solidFill>
                  <a:schemeClr val="tx2"/>
                </a:solidFill>
              </a:rPr>
              <a:t>اضغط لإضافة عنوان</a:t>
            </a:r>
          </a:p>
        </p:txBody>
      </p:sp>
      <p:sp>
        <p:nvSpPr>
          <p:cNvPr id="8"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solidFill>
                <a:latin typeface="+mn-lt"/>
                <a:ea typeface="+mn-ea"/>
                <a:cs typeface="+mn-cs"/>
                <a:sym typeface="+mn-lt"/>
              </a:defRPr>
            </a:lvl1pPr>
          </a:lstStyle>
          <a:p>
            <a:endParaRPr lang="ar-AE" dirty="0"/>
          </a:p>
        </p:txBody>
      </p:sp>
      <p:sp>
        <p:nvSpPr>
          <p:cNvPr id="10" name="TextBox 9"/>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sp>
        <p:nvSpPr>
          <p:cNvPr id="13"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grpSp>
        <p:nvGrpSpPr>
          <p:cNvPr id="18" name="Group 17">
            <a:extLst>
              <a:ext uri="{FF2B5EF4-FFF2-40B4-BE49-F238E27FC236}">
                <a16:creationId xmlns:a16="http://schemas.microsoft.com/office/drawing/2014/main" id="{1BE61A20-814D-4506-BB92-2503DE9E4F75}"/>
              </a:ext>
            </a:extLst>
          </p:cNvPr>
          <p:cNvGrpSpPr/>
          <p:nvPr userDrawn="1"/>
        </p:nvGrpSpPr>
        <p:grpSpPr>
          <a:xfrm>
            <a:off x="170182" y="85030"/>
            <a:ext cx="1271837" cy="432854"/>
            <a:chOff x="170182" y="85030"/>
            <a:chExt cx="1271837" cy="432854"/>
          </a:xfrm>
        </p:grpSpPr>
        <p:pic>
          <p:nvPicPr>
            <p:cNvPr id="19" name="Picture 18">
              <a:extLst>
                <a:ext uri="{FF2B5EF4-FFF2-40B4-BE49-F238E27FC236}">
                  <a16:creationId xmlns:a16="http://schemas.microsoft.com/office/drawing/2014/main" id="{ECA22CA5-7C7E-49DE-9EE3-13B111D72E00}"/>
                </a:ext>
              </a:extLst>
            </p:cNvPr>
            <p:cNvPicPr>
              <a:picLocks noChangeAspect="1"/>
            </p:cNvPicPr>
            <p:nvPr userDrawn="1"/>
          </p:nvPicPr>
          <p:blipFill rotWithShape="1">
            <a:blip r:embed="rId8"/>
            <a:srcRect l="67485" r="3467"/>
            <a:stretch/>
          </p:blipFill>
          <p:spPr>
            <a:xfrm>
              <a:off x="170182" y="89345"/>
              <a:ext cx="343503" cy="348186"/>
            </a:xfrm>
            <a:prstGeom prst="rect">
              <a:avLst/>
            </a:prstGeom>
          </p:spPr>
        </p:pic>
        <p:pic>
          <p:nvPicPr>
            <p:cNvPr id="20" name="Picture 19">
              <a:extLst>
                <a:ext uri="{FF2B5EF4-FFF2-40B4-BE49-F238E27FC236}">
                  <a16:creationId xmlns:a16="http://schemas.microsoft.com/office/drawing/2014/main" id="{AD587A94-9C19-4A82-811D-CFE1C924D632}"/>
                </a:ext>
              </a:extLst>
            </p:cNvPr>
            <p:cNvPicPr>
              <a:picLocks noChangeAspect="1"/>
            </p:cNvPicPr>
            <p:nvPr userDrawn="1"/>
          </p:nvPicPr>
          <p:blipFill rotWithShape="1">
            <a:blip r:embed="rId8"/>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27919745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7430262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2"/>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32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pic>
        <p:nvPicPr>
          <p:cNvPr id="10" name="Picture 9"/>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flipH="1">
            <a:off x="771931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
        <p:nvSpPr>
          <p:cNvPr id="16" name="Freeform 14"/>
          <p:cNvSpPr/>
          <p:nvPr userDrawn="1"/>
        </p:nvSpPr>
        <p:spPr bwMode="ltGray">
          <a:xfrm flipH="1">
            <a:off x="8103688"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lvl="0" algn="r" rtl="1">
              <a:lnSpc>
                <a:spcPct val="90000"/>
              </a:lnSpc>
              <a:spcAft>
                <a:spcPts val="1000"/>
              </a:spcAft>
            </a:pPr>
            <a:endParaRPr lang="ar-AE" sz="1200" dirty="0">
              <a:solidFill>
                <a:prstClr val="white"/>
              </a:solidFill>
              <a:latin typeface="+mn-lt"/>
              <a:ea typeface="+mn-ea"/>
              <a:cs typeface="+mn-cs"/>
              <a:sym typeface="+mn-lt"/>
            </a:endParaRPr>
          </a:p>
        </p:txBody>
      </p:sp>
      <p:sp>
        <p:nvSpPr>
          <p:cNvPr id="3" name="Title 2"/>
          <p:cNvSpPr>
            <a:spLocks noGrp="1"/>
          </p:cNvSpPr>
          <p:nvPr>
            <p:ph type="title" hasCustomPrompt="1"/>
          </p:nvPr>
        </p:nvSpPr>
        <p:spPr>
          <a:xfrm>
            <a:off x="9084562" y="2764203"/>
            <a:ext cx="2478638" cy="1314311"/>
          </a:xfrm>
        </p:spPr>
        <p:txBody>
          <a:bodyPr vert="horz" anchor="ctr" anchorCtr="0">
            <a:noAutofit/>
          </a:bodyPr>
          <a:lstStyle>
            <a:lvl1pPr rtl="1">
              <a:defRPr sz="3200" baseline="0">
                <a:solidFill>
                  <a:srgbClr val="FFFFFF"/>
                </a:solidFill>
                <a:latin typeface="+mj-lt"/>
                <a:ea typeface="+mj-ea"/>
                <a:cs typeface="+mj-cs"/>
                <a:sym typeface="+mj-lt"/>
              </a:defRPr>
            </a:lvl1pPr>
          </a:lstStyle>
          <a:p>
            <a:r>
              <a:rPr lang="ar-AE" dirty="0"/>
              <a:t>اضغط لإضافة عنوان</a:t>
            </a:r>
          </a:p>
        </p:txBody>
      </p:sp>
      <p:sp>
        <p:nvSpPr>
          <p:cNvPr id="8"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lumMod val="50000"/>
                  </a:schemeClr>
                </a:solidFill>
                <a:latin typeface="+mn-lt"/>
                <a:ea typeface="+mn-ea"/>
                <a:cs typeface="+mn-cs"/>
                <a:sym typeface="+mn-lt"/>
              </a:defRPr>
            </a:lvl1pPr>
          </a:lstStyle>
          <a:p>
            <a:endParaRPr lang="ar-AE" dirty="0"/>
          </a:p>
        </p:txBody>
      </p:sp>
      <p:sp>
        <p:nvSpPr>
          <p:cNvPr id="9" name="TextBox 8"/>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lumMod val="50000"/>
                  </a:schemeClr>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lumMod val="50000"/>
                </a:schemeClr>
              </a:solidFill>
              <a:latin typeface="+mn-lt"/>
              <a:ea typeface="+mn-ea"/>
              <a:cs typeface="+mn-cs"/>
              <a:sym typeface="+mn-lt"/>
            </a:endParaRPr>
          </a:p>
        </p:txBody>
      </p:sp>
      <p:sp>
        <p:nvSpPr>
          <p:cNvPr id="13"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12" name="Group 11">
            <a:extLst>
              <a:ext uri="{FF2B5EF4-FFF2-40B4-BE49-F238E27FC236}">
                <a16:creationId xmlns:a16="http://schemas.microsoft.com/office/drawing/2014/main" id="{D76BE964-0B2E-40C5-BE79-71CB75401A5E}"/>
              </a:ext>
            </a:extLst>
          </p:cNvPr>
          <p:cNvGrpSpPr/>
          <p:nvPr userDrawn="1"/>
        </p:nvGrpSpPr>
        <p:grpSpPr>
          <a:xfrm>
            <a:off x="170182" y="86876"/>
            <a:ext cx="1306195" cy="432854"/>
            <a:chOff x="170182" y="86876"/>
            <a:chExt cx="1306195" cy="432854"/>
          </a:xfrm>
        </p:grpSpPr>
        <p:pic>
          <p:nvPicPr>
            <p:cNvPr id="14" name="Picture 13">
              <a:extLst>
                <a:ext uri="{FF2B5EF4-FFF2-40B4-BE49-F238E27FC236}">
                  <a16:creationId xmlns:a16="http://schemas.microsoft.com/office/drawing/2014/main" id="{E8870EF1-0E36-4787-8FBD-CFFD9051153B}"/>
                </a:ext>
              </a:extLst>
            </p:cNvPr>
            <p:cNvPicPr>
              <a:picLocks noChangeAspect="1"/>
            </p:cNvPicPr>
            <p:nvPr userDrawn="1"/>
          </p:nvPicPr>
          <p:blipFill rotWithShape="1">
            <a:blip r:embed="rId7"/>
            <a:srcRect r="33081"/>
            <a:stretch/>
          </p:blipFill>
          <p:spPr>
            <a:xfrm>
              <a:off x="493159" y="86876"/>
              <a:ext cx="983218" cy="432854"/>
            </a:xfrm>
            <a:prstGeom prst="rect">
              <a:avLst/>
            </a:prstGeom>
          </p:spPr>
        </p:pic>
        <p:pic>
          <p:nvPicPr>
            <p:cNvPr id="15" name="Picture 14">
              <a:extLst>
                <a:ext uri="{FF2B5EF4-FFF2-40B4-BE49-F238E27FC236}">
                  <a16:creationId xmlns:a16="http://schemas.microsoft.com/office/drawing/2014/main" id="{78B67315-4307-487A-A07B-D7935A7008D0}"/>
                </a:ext>
              </a:extLst>
            </p:cNvPr>
            <p:cNvPicPr>
              <a:picLocks noChangeAspect="1"/>
            </p:cNvPicPr>
            <p:nvPr userDrawn="1"/>
          </p:nvPicPr>
          <p:blipFill rotWithShape="1">
            <a:blip r:embed="rId7"/>
            <a:srcRect l="67278"/>
            <a:stretch/>
          </p:blipFill>
          <p:spPr>
            <a:xfrm>
              <a:off x="170182" y="89345"/>
              <a:ext cx="386728" cy="348186"/>
            </a:xfrm>
            <a:prstGeom prst="rect">
              <a:avLst/>
            </a:prstGeom>
          </p:spPr>
        </p:pic>
      </p:grpSp>
    </p:spTree>
    <p:extLst>
      <p:ext uri="{BB962C8B-B14F-4D97-AF65-F5344CB8AC3E}">
        <p14:creationId xmlns:p14="http://schemas.microsoft.com/office/powerpoint/2010/main" val="3458028127"/>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269684880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24" imgH="324" progId="TCLayout.ActiveDocument.1">
                  <p:embed/>
                </p:oleObj>
              </mc:Choice>
              <mc:Fallback>
                <p:oleObj name="think-cell Slide" r:id="rId5" imgW="324" imgH="324" progId="TCLayout.ActiveDocument.1">
                  <p:embed/>
                  <p:pic>
                    <p:nvPicPr>
                      <p:cNvPr id="3" name="Object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4" name="Rectangle 3" hidden="1"/>
          <p:cNvSpPr/>
          <p:nvPr userDrawn="1">
            <p:custDataLst>
              <p:tags r:id="rId3"/>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4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pic>
        <p:nvPicPr>
          <p:cNvPr id="15" name="Picture 14"/>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flipH="1">
            <a:off x="6311174"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
        <p:nvSpPr>
          <p:cNvPr id="13" name="Pentagon 3"/>
          <p:cNvSpPr/>
          <p:nvPr userDrawn="1"/>
        </p:nvSpPr>
        <p:spPr bwMode="white">
          <a:xfrm flipH="1">
            <a:off x="6765080" y="0"/>
            <a:ext cx="5426920"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rtl="1" eaLnBrk="1">
              <a:lnSpc>
                <a:spcPct val="90000"/>
              </a:lnSpc>
              <a:spcAft>
                <a:spcPts val="1000"/>
              </a:spcAft>
            </a:pPr>
            <a:endParaRPr lang="ar-AE" sz="1200" dirty="0">
              <a:solidFill>
                <a:prstClr val="white"/>
              </a:solidFill>
              <a:latin typeface="+mn-lt"/>
              <a:ea typeface="+mn-ea"/>
              <a:cs typeface="+mn-cs"/>
              <a:sym typeface="+mn-lt"/>
            </a:endParaRPr>
          </a:p>
        </p:txBody>
      </p:sp>
      <p:sp>
        <p:nvSpPr>
          <p:cNvPr id="14" name="Title 1"/>
          <p:cNvSpPr>
            <a:spLocks noGrp="1"/>
          </p:cNvSpPr>
          <p:nvPr>
            <p:ph type="title" hasCustomPrompt="1"/>
          </p:nvPr>
        </p:nvSpPr>
        <p:spPr>
          <a:xfrm>
            <a:off x="7500965" y="1785600"/>
            <a:ext cx="4062235" cy="3286800"/>
          </a:xfrm>
          <a:prstGeom prst="rect">
            <a:avLst/>
          </a:prstGeom>
        </p:spPr>
        <p:txBody>
          <a:bodyPr vert="horz" anchor="ctr">
            <a:noAutofit/>
          </a:bodyPr>
          <a:lstStyle>
            <a:lvl1pPr rtl="1">
              <a:defRPr sz="4400" b="0">
                <a:solidFill>
                  <a:srgbClr val="005B4F"/>
                </a:solidFill>
                <a:latin typeface="+mj-lt"/>
                <a:ea typeface="+mj-ea"/>
                <a:cs typeface="+mj-cs"/>
                <a:sym typeface="+mj-lt"/>
              </a:defRPr>
            </a:lvl1pPr>
          </a:lstStyle>
          <a:p>
            <a:r>
              <a:rPr lang="ar-AE" dirty="0"/>
              <a:t>اضغط لإضافة عنوان</a:t>
            </a:r>
          </a:p>
        </p:txBody>
      </p:sp>
      <p:sp>
        <p:nvSpPr>
          <p:cNvPr id="8"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solidFill>
                <a:latin typeface="+mn-lt"/>
                <a:ea typeface="+mn-ea"/>
                <a:cs typeface="+mn-cs"/>
                <a:sym typeface="+mn-lt"/>
              </a:defRPr>
            </a:lvl1pPr>
          </a:lstStyle>
          <a:p>
            <a:endParaRPr lang="ar-AE" dirty="0"/>
          </a:p>
        </p:txBody>
      </p:sp>
      <p:sp>
        <p:nvSpPr>
          <p:cNvPr id="9" name="TextBox 8"/>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sp>
        <p:nvSpPr>
          <p:cNvPr id="16"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grpSp>
        <p:nvGrpSpPr>
          <p:cNvPr id="19" name="Group 18">
            <a:extLst>
              <a:ext uri="{FF2B5EF4-FFF2-40B4-BE49-F238E27FC236}">
                <a16:creationId xmlns:a16="http://schemas.microsoft.com/office/drawing/2014/main" id="{C635A04C-1CE4-42B2-9388-19B178478E95}"/>
              </a:ext>
            </a:extLst>
          </p:cNvPr>
          <p:cNvGrpSpPr/>
          <p:nvPr userDrawn="1"/>
        </p:nvGrpSpPr>
        <p:grpSpPr>
          <a:xfrm>
            <a:off x="170182" y="85030"/>
            <a:ext cx="1271837" cy="432854"/>
            <a:chOff x="170182" y="85030"/>
            <a:chExt cx="1271837" cy="432854"/>
          </a:xfrm>
        </p:grpSpPr>
        <p:pic>
          <p:nvPicPr>
            <p:cNvPr id="20" name="Picture 19">
              <a:extLst>
                <a:ext uri="{FF2B5EF4-FFF2-40B4-BE49-F238E27FC236}">
                  <a16:creationId xmlns:a16="http://schemas.microsoft.com/office/drawing/2014/main" id="{2182BDB2-744D-4E56-AA67-547DB20DE0AF}"/>
                </a:ext>
              </a:extLst>
            </p:cNvPr>
            <p:cNvPicPr>
              <a:picLocks noChangeAspect="1"/>
            </p:cNvPicPr>
            <p:nvPr userDrawn="1"/>
          </p:nvPicPr>
          <p:blipFill rotWithShape="1">
            <a:blip r:embed="rId8"/>
            <a:srcRect l="67485" r="3467"/>
            <a:stretch/>
          </p:blipFill>
          <p:spPr>
            <a:xfrm>
              <a:off x="170182" y="89345"/>
              <a:ext cx="343503" cy="348186"/>
            </a:xfrm>
            <a:prstGeom prst="rect">
              <a:avLst/>
            </a:prstGeom>
          </p:spPr>
        </p:pic>
        <p:pic>
          <p:nvPicPr>
            <p:cNvPr id="21" name="Picture 20">
              <a:extLst>
                <a:ext uri="{FF2B5EF4-FFF2-40B4-BE49-F238E27FC236}">
                  <a16:creationId xmlns:a16="http://schemas.microsoft.com/office/drawing/2014/main" id="{15E2074D-04A6-4507-80C9-CD559F75B095}"/>
                </a:ext>
              </a:extLst>
            </p:cNvPr>
            <p:cNvPicPr>
              <a:picLocks noChangeAspect="1"/>
            </p:cNvPicPr>
            <p:nvPr userDrawn="1"/>
          </p:nvPicPr>
          <p:blipFill rotWithShape="1">
            <a:blip r:embed="rId8"/>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25413968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786911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2"/>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4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pic>
        <p:nvPicPr>
          <p:cNvPr id="10" name="Picture 9"/>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flipH="1">
            <a:off x="6311174"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
        <p:nvSpPr>
          <p:cNvPr id="13" name="Pentagon 3"/>
          <p:cNvSpPr/>
          <p:nvPr userDrawn="1"/>
        </p:nvSpPr>
        <p:spPr bwMode="white">
          <a:xfrm flipH="1">
            <a:off x="6765080"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lvl="0" algn="r" rtl="1">
              <a:lnSpc>
                <a:spcPct val="90000"/>
              </a:lnSpc>
              <a:spcAft>
                <a:spcPts val="1000"/>
              </a:spcAft>
            </a:pPr>
            <a:endParaRPr lang="ar-AE" sz="1200" dirty="0">
              <a:solidFill>
                <a:prstClr val="white"/>
              </a:solidFill>
              <a:latin typeface="+mn-lt"/>
              <a:ea typeface="+mn-ea"/>
              <a:cs typeface="+mn-cs"/>
              <a:sym typeface="+mn-lt"/>
            </a:endParaRPr>
          </a:p>
        </p:txBody>
      </p:sp>
      <p:sp>
        <p:nvSpPr>
          <p:cNvPr id="14" name="Title 1"/>
          <p:cNvSpPr>
            <a:spLocks noGrp="1"/>
          </p:cNvSpPr>
          <p:nvPr>
            <p:ph type="title" hasCustomPrompt="1"/>
          </p:nvPr>
        </p:nvSpPr>
        <p:spPr>
          <a:xfrm>
            <a:off x="7500965" y="1785600"/>
            <a:ext cx="4062235" cy="3286800"/>
          </a:xfrm>
          <a:prstGeom prst="rect">
            <a:avLst/>
          </a:prstGeom>
        </p:spPr>
        <p:txBody>
          <a:bodyPr vert="horz" anchor="ctr">
            <a:noAutofit/>
          </a:bodyPr>
          <a:lstStyle>
            <a:lvl1pPr rtl="1">
              <a:defRPr sz="4400" b="0">
                <a:solidFill>
                  <a:srgbClr val="FFFFFF"/>
                </a:solidFill>
                <a:latin typeface="+mj-lt"/>
                <a:ea typeface="+mj-ea"/>
                <a:cs typeface="+mj-cs"/>
                <a:sym typeface="+mj-lt"/>
              </a:defRPr>
            </a:lvl1pPr>
          </a:lstStyle>
          <a:p>
            <a:r>
              <a:rPr lang="ar-AE" dirty="0"/>
              <a:t>اضغط لإضافة عنوان</a:t>
            </a:r>
          </a:p>
        </p:txBody>
      </p:sp>
      <p:sp>
        <p:nvSpPr>
          <p:cNvPr id="8"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lumMod val="50000"/>
                  </a:schemeClr>
                </a:solidFill>
                <a:latin typeface="+mn-lt"/>
                <a:ea typeface="+mn-ea"/>
                <a:cs typeface="+mn-cs"/>
                <a:sym typeface="+mn-lt"/>
              </a:defRPr>
            </a:lvl1pPr>
          </a:lstStyle>
          <a:p>
            <a:endParaRPr lang="ar-AE" dirty="0"/>
          </a:p>
        </p:txBody>
      </p:sp>
      <p:sp>
        <p:nvSpPr>
          <p:cNvPr id="9" name="TextBox 8"/>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lumMod val="50000"/>
                  </a:schemeClr>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lumMod val="50000"/>
                </a:schemeClr>
              </a:solidFill>
              <a:latin typeface="+mn-lt"/>
              <a:ea typeface="+mn-ea"/>
              <a:cs typeface="+mn-cs"/>
              <a:sym typeface="+mn-lt"/>
            </a:endParaRPr>
          </a:p>
        </p:txBody>
      </p:sp>
      <p:sp>
        <p:nvSpPr>
          <p:cNvPr id="15"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12" name="Group 11">
            <a:extLst>
              <a:ext uri="{FF2B5EF4-FFF2-40B4-BE49-F238E27FC236}">
                <a16:creationId xmlns:a16="http://schemas.microsoft.com/office/drawing/2014/main" id="{339F1CC3-FB8D-4872-932C-4017BFAE4983}"/>
              </a:ext>
            </a:extLst>
          </p:cNvPr>
          <p:cNvGrpSpPr/>
          <p:nvPr userDrawn="1"/>
        </p:nvGrpSpPr>
        <p:grpSpPr>
          <a:xfrm>
            <a:off x="170182" y="86876"/>
            <a:ext cx="1306195" cy="432854"/>
            <a:chOff x="170182" y="86876"/>
            <a:chExt cx="1306195" cy="432854"/>
          </a:xfrm>
        </p:grpSpPr>
        <p:pic>
          <p:nvPicPr>
            <p:cNvPr id="16" name="Picture 15">
              <a:extLst>
                <a:ext uri="{FF2B5EF4-FFF2-40B4-BE49-F238E27FC236}">
                  <a16:creationId xmlns:a16="http://schemas.microsoft.com/office/drawing/2014/main" id="{1B92DB05-08C6-4B93-AB7B-85D4B39FDDB8}"/>
                </a:ext>
              </a:extLst>
            </p:cNvPr>
            <p:cNvPicPr>
              <a:picLocks noChangeAspect="1"/>
            </p:cNvPicPr>
            <p:nvPr userDrawn="1"/>
          </p:nvPicPr>
          <p:blipFill rotWithShape="1">
            <a:blip r:embed="rId7"/>
            <a:srcRect r="33081"/>
            <a:stretch/>
          </p:blipFill>
          <p:spPr>
            <a:xfrm>
              <a:off x="493159" y="86876"/>
              <a:ext cx="983218" cy="432854"/>
            </a:xfrm>
            <a:prstGeom prst="rect">
              <a:avLst/>
            </a:prstGeom>
          </p:spPr>
        </p:pic>
        <p:pic>
          <p:nvPicPr>
            <p:cNvPr id="17" name="Picture 16">
              <a:extLst>
                <a:ext uri="{FF2B5EF4-FFF2-40B4-BE49-F238E27FC236}">
                  <a16:creationId xmlns:a16="http://schemas.microsoft.com/office/drawing/2014/main" id="{25B3E77F-2C72-42DC-8F01-9201B44995A9}"/>
                </a:ext>
              </a:extLst>
            </p:cNvPr>
            <p:cNvPicPr>
              <a:picLocks noChangeAspect="1"/>
            </p:cNvPicPr>
            <p:nvPr userDrawn="1"/>
          </p:nvPicPr>
          <p:blipFill rotWithShape="1">
            <a:blip r:embed="rId7"/>
            <a:srcRect l="67278"/>
            <a:stretch/>
          </p:blipFill>
          <p:spPr>
            <a:xfrm>
              <a:off x="170182" y="89345"/>
              <a:ext cx="386728" cy="348186"/>
            </a:xfrm>
            <a:prstGeom prst="rect">
              <a:avLst/>
            </a:prstGeom>
          </p:spPr>
        </p:pic>
      </p:grpSp>
    </p:spTree>
    <p:extLst>
      <p:ext uri="{BB962C8B-B14F-4D97-AF65-F5344CB8AC3E}">
        <p14:creationId xmlns:p14="http://schemas.microsoft.com/office/powerpoint/2010/main" val="1378723226"/>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1633080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3"/>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3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grpSp>
        <p:nvGrpSpPr>
          <p:cNvPr id="5" name="Group 4"/>
          <p:cNvGrpSpPr/>
          <p:nvPr userDrawn="1"/>
        </p:nvGrpSpPr>
        <p:grpSpPr>
          <a:xfrm flipH="1">
            <a:off x="5428944" y="0"/>
            <a:ext cx="6763056" cy="6972568"/>
            <a:chOff x="0" y="0"/>
            <a:chExt cx="6763056" cy="6972568"/>
          </a:xfrm>
        </p:grpSpPr>
        <p:sp>
          <p:nvSpPr>
            <p:cNvPr id="14" name="Pentagon 8"/>
            <p:cNvSpPr/>
            <p:nvPr userDrawn="1"/>
          </p:nvSpPr>
          <p:spPr bwMode="white">
            <a:xfrm>
              <a:off x="0" y="0"/>
              <a:ext cx="6363546"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rtl="1" eaLnBrk="1">
                <a:lnSpc>
                  <a:spcPct val="90000"/>
                </a:lnSpc>
                <a:spcAft>
                  <a:spcPts val="1000"/>
                </a:spcAft>
              </a:pPr>
              <a:endParaRPr lang="ar-AE" sz="1200" dirty="0">
                <a:solidFill>
                  <a:prstClr val="white"/>
                </a:solidFill>
                <a:latin typeface="+mn-lt"/>
                <a:ea typeface="+mn-ea"/>
                <a:cs typeface="+mn-cs"/>
                <a:sym typeface="+mn-lt"/>
              </a:endParaRPr>
            </a:p>
          </p:txBody>
        </p:sp>
        <p:pic>
          <p:nvPicPr>
            <p:cNvPr id="9" name="Picture 8"/>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grpSp>
      <p:sp>
        <p:nvSpPr>
          <p:cNvPr id="16" name="Title 2"/>
          <p:cNvSpPr>
            <a:spLocks noGrp="1"/>
          </p:cNvSpPr>
          <p:nvPr>
            <p:ph type="title" hasCustomPrompt="1"/>
          </p:nvPr>
        </p:nvSpPr>
        <p:spPr>
          <a:xfrm>
            <a:off x="6889553" y="622800"/>
            <a:ext cx="4673646" cy="483979"/>
          </a:xfrm>
          <a:prstGeom prst="rect">
            <a:avLst/>
          </a:prstGeom>
        </p:spPr>
        <p:txBody>
          <a:bodyPr vert="horz" wrap="square" lIns="0" tIns="0" rIns="0" bIns="0" anchor="t" anchorCtr="0">
            <a:spAutoFit/>
          </a:bodyPr>
          <a:lstStyle>
            <a:lvl1pPr marL="0" indent="0" algn="r" rtl="1">
              <a:lnSpc>
                <a:spcPct val="90000"/>
              </a:lnSpc>
              <a:spcBef>
                <a:spcPct val="0"/>
              </a:spcBef>
              <a:spcAft>
                <a:spcPts val="0"/>
              </a:spcAft>
              <a:defRPr sz="3400" b="0" i="0" u="none" kern="1200" spc="0">
                <a:solidFill>
                  <a:srgbClr val="005B4F"/>
                </a:solidFill>
                <a:latin typeface="+mj-lt"/>
                <a:ea typeface="+mj-ea"/>
                <a:cs typeface="+mj-cs"/>
                <a:sym typeface="+mj-lt"/>
              </a:defRPr>
            </a:lvl1pPr>
          </a:lstStyle>
          <a:p>
            <a:pPr lvl="0"/>
            <a:r>
              <a:rPr lang="ar-AE" dirty="0"/>
              <a:t>اضغط لإضافة عنوان</a:t>
            </a:r>
          </a:p>
        </p:txBody>
      </p:sp>
      <p:sp>
        <p:nvSpPr>
          <p:cNvPr id="10"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solidFill>
                <a:latin typeface="+mn-lt"/>
                <a:ea typeface="+mn-ea"/>
                <a:cs typeface="+mn-cs"/>
                <a:sym typeface="+mn-lt"/>
              </a:defRPr>
            </a:lvl1pPr>
          </a:lstStyle>
          <a:p>
            <a:endParaRPr lang="ar-AE" dirty="0"/>
          </a:p>
        </p:txBody>
      </p:sp>
      <p:sp>
        <p:nvSpPr>
          <p:cNvPr id="11" name="TextBox 10"/>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sp>
        <p:nvSpPr>
          <p:cNvPr id="15"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grpSp>
        <p:nvGrpSpPr>
          <p:cNvPr id="19" name="Group 18">
            <a:extLst>
              <a:ext uri="{FF2B5EF4-FFF2-40B4-BE49-F238E27FC236}">
                <a16:creationId xmlns:a16="http://schemas.microsoft.com/office/drawing/2014/main" id="{86E5D5B4-C1C4-488D-8D75-AE2ECA5672BD}"/>
              </a:ext>
            </a:extLst>
          </p:cNvPr>
          <p:cNvGrpSpPr/>
          <p:nvPr userDrawn="1"/>
        </p:nvGrpSpPr>
        <p:grpSpPr>
          <a:xfrm>
            <a:off x="170182" y="85030"/>
            <a:ext cx="1271837" cy="432854"/>
            <a:chOff x="170182" y="85030"/>
            <a:chExt cx="1271837" cy="432854"/>
          </a:xfrm>
        </p:grpSpPr>
        <p:pic>
          <p:nvPicPr>
            <p:cNvPr id="20" name="Picture 19">
              <a:extLst>
                <a:ext uri="{FF2B5EF4-FFF2-40B4-BE49-F238E27FC236}">
                  <a16:creationId xmlns:a16="http://schemas.microsoft.com/office/drawing/2014/main" id="{959F4C26-E35E-4777-BB2D-19BF1C355E79}"/>
                </a:ext>
              </a:extLst>
            </p:cNvPr>
            <p:cNvPicPr>
              <a:picLocks noChangeAspect="1"/>
            </p:cNvPicPr>
            <p:nvPr userDrawn="1"/>
          </p:nvPicPr>
          <p:blipFill rotWithShape="1">
            <a:blip r:embed="rId8"/>
            <a:srcRect l="67485" r="3467"/>
            <a:stretch/>
          </p:blipFill>
          <p:spPr>
            <a:xfrm>
              <a:off x="170182" y="89345"/>
              <a:ext cx="343503" cy="348186"/>
            </a:xfrm>
            <a:prstGeom prst="rect">
              <a:avLst/>
            </a:prstGeom>
          </p:spPr>
        </p:pic>
        <p:pic>
          <p:nvPicPr>
            <p:cNvPr id="21" name="Picture 20">
              <a:extLst>
                <a:ext uri="{FF2B5EF4-FFF2-40B4-BE49-F238E27FC236}">
                  <a16:creationId xmlns:a16="http://schemas.microsoft.com/office/drawing/2014/main" id="{B833AC44-D9FC-4C1D-AE70-4D57B2369335}"/>
                </a:ext>
              </a:extLst>
            </p:cNvPr>
            <p:cNvPicPr>
              <a:picLocks noChangeAspect="1"/>
            </p:cNvPicPr>
            <p:nvPr userDrawn="1"/>
          </p:nvPicPr>
          <p:blipFill rotWithShape="1">
            <a:blip r:embed="rId8"/>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24936186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7769539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2"/>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3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grpSp>
        <p:nvGrpSpPr>
          <p:cNvPr id="2" name="Group 1"/>
          <p:cNvGrpSpPr/>
          <p:nvPr userDrawn="1"/>
        </p:nvGrpSpPr>
        <p:grpSpPr>
          <a:xfrm flipH="1">
            <a:off x="5037162" y="0"/>
            <a:ext cx="7154838" cy="6864354"/>
            <a:chOff x="0" y="0"/>
            <a:chExt cx="7154838" cy="6864354"/>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lvl="0" algn="r" rtl="1">
                <a:lnSpc>
                  <a:spcPct val="90000"/>
                </a:lnSpc>
                <a:spcAft>
                  <a:spcPts val="1000"/>
                </a:spcAft>
              </a:pPr>
              <a:endParaRPr lang="ar-AE" sz="1200" dirty="0">
                <a:solidFill>
                  <a:prstClr val="white"/>
                </a:solidFill>
                <a:latin typeface="+mn-lt"/>
                <a:ea typeface="+mn-ea"/>
                <a:cs typeface="+mn-cs"/>
                <a:sym typeface="+mn-lt"/>
              </a:endParaRPr>
            </a:p>
          </p:txBody>
        </p:sp>
        <p:pic>
          <p:nvPicPr>
            <p:cNvPr id="9" name="Picture 8"/>
            <p:cNvPicPr>
              <a:picLocks noChangeAspect="1"/>
            </p:cNvPicPr>
            <p:nvPr userDrawn="1"/>
          </p:nvPicPr>
          <p:blipFill rotWithShape="1">
            <a:blip r:embed="rId6">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grpSp>
      <p:sp>
        <p:nvSpPr>
          <p:cNvPr id="16" name="Title 2"/>
          <p:cNvSpPr>
            <a:spLocks noGrp="1"/>
          </p:cNvSpPr>
          <p:nvPr>
            <p:ph type="title" hasCustomPrompt="1"/>
          </p:nvPr>
        </p:nvSpPr>
        <p:spPr>
          <a:xfrm>
            <a:off x="6889553" y="622800"/>
            <a:ext cx="4673646" cy="483979"/>
          </a:xfrm>
          <a:prstGeom prst="rect">
            <a:avLst/>
          </a:prstGeom>
        </p:spPr>
        <p:txBody>
          <a:bodyPr vert="horz" wrap="square" lIns="0" tIns="0" rIns="0" bIns="0" anchor="t" anchorCtr="0">
            <a:spAutoFit/>
          </a:bodyPr>
          <a:lstStyle>
            <a:lvl1pPr marL="0" indent="0" algn="r" rtl="1">
              <a:lnSpc>
                <a:spcPct val="90000"/>
              </a:lnSpc>
              <a:spcBef>
                <a:spcPct val="0"/>
              </a:spcBef>
              <a:spcAft>
                <a:spcPts val="0"/>
              </a:spcAft>
              <a:defRPr sz="3400" b="0" i="0" u="none" kern="1200" spc="0">
                <a:solidFill>
                  <a:srgbClr val="FFFFFF"/>
                </a:solidFill>
                <a:latin typeface="+mj-lt"/>
                <a:ea typeface="+mj-ea"/>
                <a:cs typeface="+mj-cs"/>
                <a:sym typeface="+mj-lt"/>
              </a:defRPr>
            </a:lvl1pPr>
          </a:lstStyle>
          <a:p>
            <a:pPr lvl="0"/>
            <a:r>
              <a:rPr lang="ar-AE" dirty="0"/>
              <a:t>اضغط لإضافة عنوان</a:t>
            </a:r>
          </a:p>
        </p:txBody>
      </p:sp>
      <p:sp>
        <p:nvSpPr>
          <p:cNvPr id="10"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lumMod val="50000"/>
                  </a:schemeClr>
                </a:solidFill>
                <a:latin typeface="+mn-lt"/>
                <a:ea typeface="+mn-ea"/>
                <a:cs typeface="+mn-cs"/>
                <a:sym typeface="+mn-lt"/>
              </a:defRPr>
            </a:lvl1pPr>
          </a:lstStyle>
          <a:p>
            <a:endParaRPr lang="ar-AE" dirty="0"/>
          </a:p>
        </p:txBody>
      </p:sp>
      <p:sp>
        <p:nvSpPr>
          <p:cNvPr id="11" name="TextBox 10"/>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lumMod val="50000"/>
                  </a:schemeClr>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lumMod val="50000"/>
                </a:schemeClr>
              </a:solidFill>
              <a:latin typeface="+mn-lt"/>
              <a:ea typeface="+mn-ea"/>
              <a:cs typeface="+mn-cs"/>
              <a:sym typeface="+mn-lt"/>
            </a:endParaRPr>
          </a:p>
        </p:txBody>
      </p:sp>
      <p:sp>
        <p:nvSpPr>
          <p:cNvPr id="15"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13" name="Group 12">
            <a:extLst>
              <a:ext uri="{FF2B5EF4-FFF2-40B4-BE49-F238E27FC236}">
                <a16:creationId xmlns:a16="http://schemas.microsoft.com/office/drawing/2014/main" id="{E5FA0B86-C772-4CC5-AEBF-CB91ED341D63}"/>
              </a:ext>
            </a:extLst>
          </p:cNvPr>
          <p:cNvGrpSpPr/>
          <p:nvPr userDrawn="1"/>
        </p:nvGrpSpPr>
        <p:grpSpPr>
          <a:xfrm>
            <a:off x="170182" y="86876"/>
            <a:ext cx="1306195" cy="432854"/>
            <a:chOff x="170182" y="86876"/>
            <a:chExt cx="1306195" cy="432854"/>
          </a:xfrm>
        </p:grpSpPr>
        <p:pic>
          <p:nvPicPr>
            <p:cNvPr id="17" name="Picture 16">
              <a:extLst>
                <a:ext uri="{FF2B5EF4-FFF2-40B4-BE49-F238E27FC236}">
                  <a16:creationId xmlns:a16="http://schemas.microsoft.com/office/drawing/2014/main" id="{93255BF3-5B18-466D-A977-2BC9CBA0AF7C}"/>
                </a:ext>
              </a:extLst>
            </p:cNvPr>
            <p:cNvPicPr>
              <a:picLocks noChangeAspect="1"/>
            </p:cNvPicPr>
            <p:nvPr userDrawn="1"/>
          </p:nvPicPr>
          <p:blipFill rotWithShape="1">
            <a:blip r:embed="rId7"/>
            <a:srcRect r="33081"/>
            <a:stretch/>
          </p:blipFill>
          <p:spPr>
            <a:xfrm>
              <a:off x="493159" y="86876"/>
              <a:ext cx="983218" cy="432854"/>
            </a:xfrm>
            <a:prstGeom prst="rect">
              <a:avLst/>
            </a:prstGeom>
          </p:spPr>
        </p:pic>
        <p:pic>
          <p:nvPicPr>
            <p:cNvPr id="18" name="Picture 17">
              <a:extLst>
                <a:ext uri="{FF2B5EF4-FFF2-40B4-BE49-F238E27FC236}">
                  <a16:creationId xmlns:a16="http://schemas.microsoft.com/office/drawing/2014/main" id="{7C2A624B-548B-44FD-B44D-AC16BF61C502}"/>
                </a:ext>
              </a:extLst>
            </p:cNvPr>
            <p:cNvPicPr>
              <a:picLocks noChangeAspect="1"/>
            </p:cNvPicPr>
            <p:nvPr userDrawn="1"/>
          </p:nvPicPr>
          <p:blipFill rotWithShape="1">
            <a:blip r:embed="rId7"/>
            <a:srcRect l="67278"/>
            <a:stretch/>
          </p:blipFill>
          <p:spPr>
            <a:xfrm>
              <a:off x="170182" y="89345"/>
              <a:ext cx="386728" cy="348186"/>
            </a:xfrm>
            <a:prstGeom prst="rect">
              <a:avLst/>
            </a:prstGeom>
          </p:spPr>
        </p:pic>
      </p:grpSp>
    </p:spTree>
    <p:extLst>
      <p:ext uri="{BB962C8B-B14F-4D97-AF65-F5344CB8AC3E}">
        <p14:creationId xmlns:p14="http://schemas.microsoft.com/office/powerpoint/2010/main" val="1994505425"/>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4768526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3"/>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3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grpSp>
        <p:nvGrpSpPr>
          <p:cNvPr id="2" name="Group 1"/>
          <p:cNvGrpSpPr/>
          <p:nvPr userDrawn="1"/>
        </p:nvGrpSpPr>
        <p:grpSpPr>
          <a:xfrm flipH="1">
            <a:off x="3336411" y="0"/>
            <a:ext cx="8855589" cy="6972568"/>
            <a:chOff x="0" y="0"/>
            <a:chExt cx="8855589" cy="6972568"/>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rtl="1" eaLnBrk="1">
                <a:lnSpc>
                  <a:spcPct val="90000"/>
                </a:lnSpc>
                <a:spcAft>
                  <a:spcPts val="1000"/>
                </a:spcAft>
              </a:pPr>
              <a:endParaRPr lang="ar-AE" sz="1200" dirty="0">
                <a:solidFill>
                  <a:schemeClr val="bg1"/>
                </a:solidFill>
                <a:latin typeface="+mn-lt"/>
                <a:ea typeface="+mn-ea"/>
                <a:cs typeface="+mn-cs"/>
                <a:sym typeface="+mn-lt"/>
              </a:endParaRPr>
            </a:p>
          </p:txBody>
        </p:sp>
        <p:pic>
          <p:nvPicPr>
            <p:cNvPr id="16" name="Picture 15"/>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grpSp>
      <p:sp>
        <p:nvSpPr>
          <p:cNvPr id="11" name="Title 3"/>
          <p:cNvSpPr>
            <a:spLocks noGrp="1"/>
          </p:cNvSpPr>
          <p:nvPr>
            <p:ph type="title" hasCustomPrompt="1"/>
          </p:nvPr>
        </p:nvSpPr>
        <p:spPr>
          <a:xfrm>
            <a:off x="5306400" y="622800"/>
            <a:ext cx="6256800" cy="483979"/>
          </a:xfrm>
          <a:prstGeom prst="rect">
            <a:avLst/>
          </a:prstGeom>
        </p:spPr>
        <p:txBody>
          <a:bodyPr vert="horz" wrap="square" lIns="0" tIns="0" rIns="0" bIns="0" anchor="t" anchorCtr="0">
            <a:spAutoFit/>
          </a:bodyPr>
          <a:lstStyle>
            <a:lvl1pPr marL="0" indent="0" algn="r" rtl="1">
              <a:lnSpc>
                <a:spcPct val="90000"/>
              </a:lnSpc>
              <a:spcBef>
                <a:spcPct val="0"/>
              </a:spcBef>
              <a:spcAft>
                <a:spcPts val="0"/>
              </a:spcAft>
              <a:defRPr sz="3400" b="0" i="0" u="none" kern="1200" spc="0">
                <a:solidFill>
                  <a:srgbClr val="005B4F"/>
                </a:solidFill>
                <a:latin typeface="+mj-lt"/>
                <a:ea typeface="+mj-ea"/>
                <a:cs typeface="+mj-cs"/>
                <a:sym typeface="+mj-lt"/>
              </a:defRPr>
            </a:lvl1pPr>
          </a:lstStyle>
          <a:p>
            <a:pPr lvl="0"/>
            <a:r>
              <a:rPr lang="ar-AE" dirty="0"/>
              <a:t>اضغط لإضافة عنوان</a:t>
            </a:r>
          </a:p>
        </p:txBody>
      </p:sp>
      <p:sp>
        <p:nvSpPr>
          <p:cNvPr id="10"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solidFill>
                <a:latin typeface="+mn-lt"/>
                <a:ea typeface="+mn-ea"/>
                <a:cs typeface="+mn-cs"/>
                <a:sym typeface="+mn-lt"/>
              </a:defRPr>
            </a:lvl1pPr>
          </a:lstStyle>
          <a:p>
            <a:endParaRPr lang="ar-AE" dirty="0"/>
          </a:p>
        </p:txBody>
      </p:sp>
      <p:sp>
        <p:nvSpPr>
          <p:cNvPr id="13" name="TextBox 12"/>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sp>
        <p:nvSpPr>
          <p:cNvPr id="15"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grpSp>
        <p:nvGrpSpPr>
          <p:cNvPr id="20" name="Group 19">
            <a:extLst>
              <a:ext uri="{FF2B5EF4-FFF2-40B4-BE49-F238E27FC236}">
                <a16:creationId xmlns:a16="http://schemas.microsoft.com/office/drawing/2014/main" id="{ECF8514A-F458-4F29-9572-CAD1372C87B2}"/>
              </a:ext>
            </a:extLst>
          </p:cNvPr>
          <p:cNvGrpSpPr/>
          <p:nvPr userDrawn="1"/>
        </p:nvGrpSpPr>
        <p:grpSpPr>
          <a:xfrm>
            <a:off x="170182" y="85030"/>
            <a:ext cx="1271837" cy="432854"/>
            <a:chOff x="170182" y="85030"/>
            <a:chExt cx="1271837" cy="432854"/>
          </a:xfrm>
        </p:grpSpPr>
        <p:pic>
          <p:nvPicPr>
            <p:cNvPr id="21" name="Picture 20">
              <a:extLst>
                <a:ext uri="{FF2B5EF4-FFF2-40B4-BE49-F238E27FC236}">
                  <a16:creationId xmlns:a16="http://schemas.microsoft.com/office/drawing/2014/main" id="{5A0D08FF-319C-4868-960F-8BBFCFF364A3}"/>
                </a:ext>
              </a:extLst>
            </p:cNvPr>
            <p:cNvPicPr>
              <a:picLocks noChangeAspect="1"/>
            </p:cNvPicPr>
            <p:nvPr userDrawn="1"/>
          </p:nvPicPr>
          <p:blipFill rotWithShape="1">
            <a:blip r:embed="rId8"/>
            <a:srcRect l="67485" r="3467"/>
            <a:stretch/>
          </p:blipFill>
          <p:spPr>
            <a:xfrm>
              <a:off x="170182" y="89345"/>
              <a:ext cx="343503" cy="348186"/>
            </a:xfrm>
            <a:prstGeom prst="rect">
              <a:avLst/>
            </a:prstGeom>
          </p:spPr>
        </p:pic>
        <p:pic>
          <p:nvPicPr>
            <p:cNvPr id="22" name="Picture 21">
              <a:extLst>
                <a:ext uri="{FF2B5EF4-FFF2-40B4-BE49-F238E27FC236}">
                  <a16:creationId xmlns:a16="http://schemas.microsoft.com/office/drawing/2014/main" id="{CB3919AD-9E50-4C46-B316-87B7B7467611}"/>
                </a:ext>
              </a:extLst>
            </p:cNvPr>
            <p:cNvPicPr>
              <a:picLocks noChangeAspect="1"/>
            </p:cNvPicPr>
            <p:nvPr userDrawn="1"/>
          </p:nvPicPr>
          <p:blipFill rotWithShape="1">
            <a:blip r:embed="rId8"/>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19149661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981485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2"/>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3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grpSp>
        <p:nvGrpSpPr>
          <p:cNvPr id="2" name="Group 1"/>
          <p:cNvGrpSpPr/>
          <p:nvPr userDrawn="1"/>
        </p:nvGrpSpPr>
        <p:grpSpPr>
          <a:xfrm flipH="1">
            <a:off x="2929706" y="0"/>
            <a:ext cx="9262294" cy="6864354"/>
            <a:chOff x="0" y="0"/>
            <a:chExt cx="9262294" cy="6864354"/>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lvl="0" algn="r" rtl="1">
                <a:lnSpc>
                  <a:spcPct val="90000"/>
                </a:lnSpc>
                <a:spcAft>
                  <a:spcPts val="1000"/>
                </a:spcAft>
              </a:pPr>
              <a:endParaRPr lang="ar-AE" sz="1200" dirty="0">
                <a:solidFill>
                  <a:prstClr val="white"/>
                </a:solidFill>
                <a:latin typeface="+mn-lt"/>
                <a:ea typeface="+mn-ea"/>
                <a:cs typeface="+mn-cs"/>
                <a:sym typeface="+mn-lt"/>
              </a:endParaRPr>
            </a:p>
          </p:txBody>
        </p:sp>
        <p:pic>
          <p:nvPicPr>
            <p:cNvPr id="9" name="Picture 8"/>
            <p:cNvPicPr>
              <a:picLocks noChangeAspect="1"/>
            </p:cNvPicPr>
            <p:nvPr userDrawn="1"/>
          </p:nvPicPr>
          <p:blipFill rotWithShape="1">
            <a:blip r:embed="rId6">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grpSp>
      <p:sp>
        <p:nvSpPr>
          <p:cNvPr id="11" name="Title 3"/>
          <p:cNvSpPr>
            <a:spLocks noGrp="1"/>
          </p:cNvSpPr>
          <p:nvPr>
            <p:ph type="title" hasCustomPrompt="1"/>
          </p:nvPr>
        </p:nvSpPr>
        <p:spPr>
          <a:xfrm>
            <a:off x="5306400" y="622800"/>
            <a:ext cx="6256800" cy="483979"/>
          </a:xfrm>
          <a:prstGeom prst="rect">
            <a:avLst/>
          </a:prstGeom>
        </p:spPr>
        <p:txBody>
          <a:bodyPr vert="horz" wrap="square" lIns="0" tIns="0" rIns="0" bIns="0" anchor="t" anchorCtr="0">
            <a:spAutoFit/>
          </a:bodyPr>
          <a:lstStyle>
            <a:lvl1pPr marL="0" indent="0" algn="r" rtl="1">
              <a:lnSpc>
                <a:spcPct val="90000"/>
              </a:lnSpc>
              <a:spcBef>
                <a:spcPct val="0"/>
              </a:spcBef>
              <a:spcAft>
                <a:spcPts val="0"/>
              </a:spcAft>
              <a:defRPr sz="3400" b="0" i="0" u="none" kern="1200" spc="0">
                <a:solidFill>
                  <a:srgbClr val="FFFFFF"/>
                </a:solidFill>
                <a:latin typeface="+mj-lt"/>
                <a:ea typeface="+mj-ea"/>
                <a:cs typeface="+mj-cs"/>
                <a:sym typeface="+mj-lt"/>
              </a:defRPr>
            </a:lvl1pPr>
          </a:lstStyle>
          <a:p>
            <a:pPr lvl="0"/>
            <a:r>
              <a:rPr lang="ar-AE" dirty="0"/>
              <a:t>اضغط لإضافة عنوان</a:t>
            </a:r>
          </a:p>
        </p:txBody>
      </p:sp>
      <p:sp>
        <p:nvSpPr>
          <p:cNvPr id="10"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lumMod val="50000"/>
                  </a:schemeClr>
                </a:solidFill>
                <a:latin typeface="+mn-lt"/>
                <a:ea typeface="+mn-ea"/>
                <a:cs typeface="+mn-cs"/>
                <a:sym typeface="+mn-lt"/>
              </a:defRPr>
            </a:lvl1pPr>
          </a:lstStyle>
          <a:p>
            <a:endParaRPr lang="ar-AE" dirty="0"/>
          </a:p>
        </p:txBody>
      </p:sp>
      <p:sp>
        <p:nvSpPr>
          <p:cNvPr id="13" name="TextBox 12"/>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lumMod val="50000"/>
                  </a:schemeClr>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lumMod val="50000"/>
                </a:schemeClr>
              </a:solidFill>
              <a:latin typeface="+mn-lt"/>
              <a:ea typeface="+mn-ea"/>
              <a:cs typeface="+mn-cs"/>
              <a:sym typeface="+mn-lt"/>
            </a:endParaRPr>
          </a:p>
        </p:txBody>
      </p:sp>
      <p:sp>
        <p:nvSpPr>
          <p:cNvPr id="15"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16" name="Group 15">
            <a:extLst>
              <a:ext uri="{FF2B5EF4-FFF2-40B4-BE49-F238E27FC236}">
                <a16:creationId xmlns:a16="http://schemas.microsoft.com/office/drawing/2014/main" id="{E7E50E52-2257-4BCB-A9B8-8C856F0467D0}"/>
              </a:ext>
            </a:extLst>
          </p:cNvPr>
          <p:cNvGrpSpPr/>
          <p:nvPr userDrawn="1"/>
        </p:nvGrpSpPr>
        <p:grpSpPr>
          <a:xfrm>
            <a:off x="170182" y="86876"/>
            <a:ext cx="1306195" cy="432854"/>
            <a:chOff x="170182" y="86876"/>
            <a:chExt cx="1306195" cy="432854"/>
          </a:xfrm>
        </p:grpSpPr>
        <p:pic>
          <p:nvPicPr>
            <p:cNvPr id="17" name="Picture 16">
              <a:extLst>
                <a:ext uri="{FF2B5EF4-FFF2-40B4-BE49-F238E27FC236}">
                  <a16:creationId xmlns:a16="http://schemas.microsoft.com/office/drawing/2014/main" id="{C8EA224B-2971-4EDE-A622-AB3E501BBBA6}"/>
                </a:ext>
              </a:extLst>
            </p:cNvPr>
            <p:cNvPicPr>
              <a:picLocks noChangeAspect="1"/>
            </p:cNvPicPr>
            <p:nvPr userDrawn="1"/>
          </p:nvPicPr>
          <p:blipFill rotWithShape="1">
            <a:blip r:embed="rId7"/>
            <a:srcRect r="33081"/>
            <a:stretch/>
          </p:blipFill>
          <p:spPr>
            <a:xfrm>
              <a:off x="493159" y="86876"/>
              <a:ext cx="983218" cy="432854"/>
            </a:xfrm>
            <a:prstGeom prst="rect">
              <a:avLst/>
            </a:prstGeom>
          </p:spPr>
        </p:pic>
        <p:pic>
          <p:nvPicPr>
            <p:cNvPr id="18" name="Picture 17">
              <a:extLst>
                <a:ext uri="{FF2B5EF4-FFF2-40B4-BE49-F238E27FC236}">
                  <a16:creationId xmlns:a16="http://schemas.microsoft.com/office/drawing/2014/main" id="{1907390E-D820-415A-B539-2A73A59291EA}"/>
                </a:ext>
              </a:extLst>
            </p:cNvPr>
            <p:cNvPicPr>
              <a:picLocks noChangeAspect="1"/>
            </p:cNvPicPr>
            <p:nvPr userDrawn="1"/>
          </p:nvPicPr>
          <p:blipFill rotWithShape="1">
            <a:blip r:embed="rId7"/>
            <a:srcRect l="67278"/>
            <a:stretch/>
          </p:blipFill>
          <p:spPr>
            <a:xfrm>
              <a:off x="170182" y="89345"/>
              <a:ext cx="386728" cy="348186"/>
            </a:xfrm>
            <a:prstGeom prst="rect">
              <a:avLst/>
            </a:prstGeom>
          </p:spPr>
        </p:pic>
      </p:grpSp>
    </p:spTree>
    <p:extLst>
      <p:ext uri="{BB962C8B-B14F-4D97-AF65-F5344CB8AC3E}">
        <p14:creationId xmlns:p14="http://schemas.microsoft.com/office/powerpoint/2010/main" val="249666902"/>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12537488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Rectangle 5" hidden="1"/>
          <p:cNvSpPr/>
          <p:nvPr userDrawn="1">
            <p:custDataLst>
              <p:tags r:id="rId3"/>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5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sp>
        <p:nvSpPr>
          <p:cNvPr id="8" name="Title 1"/>
          <p:cNvSpPr>
            <a:spLocks noGrp="1"/>
          </p:cNvSpPr>
          <p:nvPr>
            <p:ph type="title" hasCustomPrompt="1"/>
          </p:nvPr>
        </p:nvSpPr>
        <p:spPr>
          <a:xfrm>
            <a:off x="630000" y="3826333"/>
            <a:ext cx="10933200" cy="1606550"/>
          </a:xfrm>
        </p:spPr>
        <p:txBody>
          <a:bodyPr vert="horz" anchor="b">
            <a:noAutofit/>
          </a:bodyPr>
          <a:lstStyle>
            <a:lvl1pPr marL="0" algn="r" defTabSz="914400" rtl="1" eaLnBrk="1" fontAlgn="auto" latinLnBrk="0" hangingPunct="1">
              <a:lnSpc>
                <a:spcPts val="6000"/>
              </a:lnSpc>
              <a:spcBef>
                <a:spcPts val="0"/>
              </a:spcBef>
              <a:spcAft>
                <a:spcPts val="0"/>
              </a:spcAft>
              <a:defRPr lang="en-US" sz="5400" kern="1200" baseline="0" dirty="0">
                <a:solidFill>
                  <a:schemeClr val="bg1"/>
                </a:solidFill>
                <a:latin typeface="+mj-lt"/>
                <a:ea typeface="+mj-ea"/>
                <a:cs typeface="+mj-cs"/>
                <a:sym typeface="+mj-lt"/>
              </a:defRPr>
            </a:lvl1pPr>
          </a:lstStyle>
          <a:p>
            <a:r>
              <a:rPr lang="ar-AE" dirty="0"/>
              <a:t>انقر لإضافة نص بيان كبير</a:t>
            </a:r>
          </a:p>
        </p:txBody>
      </p:sp>
      <p:sp>
        <p:nvSpPr>
          <p:cNvPr id="7"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solidFill>
                <a:latin typeface="+mn-lt"/>
                <a:ea typeface="+mn-ea"/>
                <a:cs typeface="+mn-cs"/>
                <a:sym typeface="+mn-lt"/>
              </a:defRPr>
            </a:lvl1pPr>
          </a:lstStyle>
          <a:p>
            <a:endParaRPr lang="ar-AE" dirty="0"/>
          </a:p>
        </p:txBody>
      </p:sp>
      <p:sp>
        <p:nvSpPr>
          <p:cNvPr id="10" name="TextBox 9"/>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sp>
        <p:nvSpPr>
          <p:cNvPr id="12"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9" name="Group 8">
            <a:extLst>
              <a:ext uri="{FF2B5EF4-FFF2-40B4-BE49-F238E27FC236}">
                <a16:creationId xmlns:a16="http://schemas.microsoft.com/office/drawing/2014/main" id="{7CDA9AA7-F9F4-4ED5-AD1B-895188C31380}"/>
              </a:ext>
            </a:extLst>
          </p:cNvPr>
          <p:cNvGrpSpPr/>
          <p:nvPr userDrawn="1"/>
        </p:nvGrpSpPr>
        <p:grpSpPr>
          <a:xfrm>
            <a:off x="170182" y="85030"/>
            <a:ext cx="1271837" cy="432854"/>
            <a:chOff x="170182" y="85030"/>
            <a:chExt cx="1271837" cy="432854"/>
          </a:xfrm>
        </p:grpSpPr>
        <p:pic>
          <p:nvPicPr>
            <p:cNvPr id="13" name="Picture 12">
              <a:extLst>
                <a:ext uri="{FF2B5EF4-FFF2-40B4-BE49-F238E27FC236}">
                  <a16:creationId xmlns:a16="http://schemas.microsoft.com/office/drawing/2014/main" id="{9AAAC584-649E-48E5-92A3-A1FDA536E97C}"/>
                </a:ext>
              </a:extLst>
            </p:cNvPr>
            <p:cNvPicPr>
              <a:picLocks noChangeAspect="1"/>
            </p:cNvPicPr>
            <p:nvPr userDrawn="1"/>
          </p:nvPicPr>
          <p:blipFill rotWithShape="1">
            <a:blip r:embed="rId7"/>
            <a:srcRect l="67485" r="3467"/>
            <a:stretch/>
          </p:blipFill>
          <p:spPr>
            <a:xfrm>
              <a:off x="170182" y="89345"/>
              <a:ext cx="343503" cy="348186"/>
            </a:xfrm>
            <a:prstGeom prst="rect">
              <a:avLst/>
            </a:prstGeom>
          </p:spPr>
        </p:pic>
        <p:pic>
          <p:nvPicPr>
            <p:cNvPr id="14" name="Picture 13">
              <a:extLst>
                <a:ext uri="{FF2B5EF4-FFF2-40B4-BE49-F238E27FC236}">
                  <a16:creationId xmlns:a16="http://schemas.microsoft.com/office/drawing/2014/main" id="{675DFD50-B780-4246-8CB0-41AD914CE04B}"/>
                </a:ext>
              </a:extLst>
            </p:cNvPr>
            <p:cNvPicPr>
              <a:picLocks noChangeAspect="1"/>
            </p:cNvPicPr>
            <p:nvPr userDrawn="1"/>
          </p:nvPicPr>
          <p:blipFill rotWithShape="1">
            <a:blip r:embed="rId7"/>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25361111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rgbClr val="F2F2F2"/>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585405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2"/>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5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sp>
        <p:nvSpPr>
          <p:cNvPr id="6" name="Rectangle 5"/>
          <p:cNvSpPr/>
          <p:nvPr userDrawn="1"/>
        </p:nvSpPr>
        <p:spPr bwMode="white">
          <a:xfrm>
            <a:off x="10630512" y="625475"/>
            <a:ext cx="932688" cy="932688"/>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rtl="1" eaLnBrk="1"/>
            <a:endParaRPr lang="ar-AE" sz="1200" dirty="0">
              <a:solidFill>
                <a:schemeClr val="bg1"/>
              </a:solidFill>
              <a:latin typeface="+mn-lt"/>
              <a:ea typeface="+mn-ea"/>
              <a:cs typeface="+mn-cs"/>
              <a:sym typeface="+mn-lt"/>
            </a:endParaRPr>
          </a:p>
        </p:txBody>
      </p:sp>
      <p:sp>
        <p:nvSpPr>
          <p:cNvPr id="7" name="Title 1"/>
          <p:cNvSpPr>
            <a:spLocks noGrp="1"/>
          </p:cNvSpPr>
          <p:nvPr>
            <p:ph type="title" hasCustomPrompt="1"/>
          </p:nvPr>
        </p:nvSpPr>
        <p:spPr>
          <a:xfrm>
            <a:off x="630000" y="3826333"/>
            <a:ext cx="10933200" cy="1606550"/>
          </a:xfrm>
          <a:prstGeom prst="rect">
            <a:avLst/>
          </a:prstGeom>
        </p:spPr>
        <p:txBody>
          <a:bodyPr vert="horz" anchor="b">
            <a:noAutofit/>
          </a:bodyPr>
          <a:lstStyle>
            <a:lvl1pPr marL="0" algn="r" defTabSz="914400" rtl="1" eaLnBrk="1" fontAlgn="auto" latinLnBrk="0" hangingPunct="1">
              <a:lnSpc>
                <a:spcPts val="6000"/>
              </a:lnSpc>
              <a:spcBef>
                <a:spcPts val="0"/>
              </a:spcBef>
              <a:spcAft>
                <a:spcPts val="0"/>
              </a:spcAft>
              <a:defRPr lang="en-US" sz="5400" kern="1200" baseline="0" dirty="0">
                <a:solidFill>
                  <a:schemeClr val="tx2"/>
                </a:solidFill>
                <a:latin typeface="+mj-lt"/>
                <a:ea typeface="+mj-ea"/>
                <a:cs typeface="+mj-cs"/>
                <a:sym typeface="+mj-lt"/>
              </a:defRPr>
            </a:lvl1pPr>
          </a:lstStyle>
          <a:p>
            <a:r>
              <a:rPr lang="ar-AE" dirty="0"/>
              <a:t>انقر لإضافة نص بيان كبير</a:t>
            </a:r>
          </a:p>
        </p:txBody>
      </p:sp>
      <p:sp>
        <p:nvSpPr>
          <p:cNvPr id="8"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lumMod val="50000"/>
                  </a:schemeClr>
                </a:solidFill>
                <a:latin typeface="+mn-lt"/>
                <a:ea typeface="+mn-ea"/>
                <a:cs typeface="+mn-cs"/>
                <a:sym typeface="+mn-lt"/>
              </a:defRPr>
            </a:lvl1pPr>
          </a:lstStyle>
          <a:p>
            <a:endParaRPr lang="ar-AE" dirty="0"/>
          </a:p>
        </p:txBody>
      </p:sp>
      <p:sp>
        <p:nvSpPr>
          <p:cNvPr id="12"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spTree>
    <p:extLst>
      <p:ext uri="{BB962C8B-B14F-4D97-AF65-F5344CB8AC3E}">
        <p14:creationId xmlns:p14="http://schemas.microsoft.com/office/powerpoint/2010/main" val="3432226994"/>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rgbClr val="004C48"/>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72528646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5400000">
            <a:off x="4625282"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rgbClr val="006C67"/>
          </a:solidFill>
          <a:ln>
            <a:noFill/>
          </a:ln>
          <a:effectLst/>
        </p:spPr>
        <p:txBody>
          <a:bodyPr vert="horz" wrap="square" lIns="91440" tIns="45720" rIns="91440" bIns="45720" numCol="1" anchor="t" anchorCtr="0" compatLnSpc="1">
            <a:prstTxWarp prst="textNoShape">
              <a:avLst/>
            </a:prstTxWarp>
            <a:noAutofit/>
          </a:bodyPr>
          <a:lstStyle/>
          <a:p>
            <a:pPr algn="r" rtl="1" eaLnBrk="1"/>
            <a:endParaRPr lang="ar-AE" dirty="0">
              <a:latin typeface="+mn-lt"/>
              <a:ea typeface="+mn-ea"/>
              <a:cs typeface="+mn-cs"/>
              <a:sym typeface="+mn-lt"/>
            </a:endParaRPr>
          </a:p>
        </p:txBody>
      </p:sp>
      <p:sp>
        <p:nvSpPr>
          <p:cNvPr id="8" name="Date Placeholder 3"/>
          <p:cNvSpPr>
            <a:spLocks noGrp="1"/>
          </p:cNvSpPr>
          <p:nvPr userDrawn="1">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solidFill>
                <a:latin typeface="+mn-lt"/>
                <a:ea typeface="+mn-ea"/>
                <a:cs typeface="+mn-cs"/>
                <a:sym typeface="+mn-lt"/>
              </a:defRPr>
            </a:lvl1pPr>
          </a:lstStyle>
          <a:p>
            <a:endParaRPr lang="ar-AE" dirty="0"/>
          </a:p>
        </p:txBody>
      </p:sp>
      <p:sp>
        <p:nvSpPr>
          <p:cNvPr id="9" name="TextBox 8"/>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grpSp>
        <p:nvGrpSpPr>
          <p:cNvPr id="11" name="Group 10">
            <a:extLst>
              <a:ext uri="{FF2B5EF4-FFF2-40B4-BE49-F238E27FC236}">
                <a16:creationId xmlns:a16="http://schemas.microsoft.com/office/drawing/2014/main" id="{3C1834EB-9EED-4C63-AD33-DDBE4BAAF47C}"/>
              </a:ext>
            </a:extLst>
          </p:cNvPr>
          <p:cNvGrpSpPr/>
          <p:nvPr userDrawn="1"/>
        </p:nvGrpSpPr>
        <p:grpSpPr>
          <a:xfrm>
            <a:off x="170182" y="85030"/>
            <a:ext cx="1271837" cy="432854"/>
            <a:chOff x="170182" y="85030"/>
            <a:chExt cx="1271837" cy="432854"/>
          </a:xfrm>
        </p:grpSpPr>
        <p:pic>
          <p:nvPicPr>
            <p:cNvPr id="12" name="Picture 11">
              <a:extLst>
                <a:ext uri="{FF2B5EF4-FFF2-40B4-BE49-F238E27FC236}">
                  <a16:creationId xmlns:a16="http://schemas.microsoft.com/office/drawing/2014/main" id="{9F5E2B10-BAFB-4946-B31A-B4A52DF051CE}"/>
                </a:ext>
              </a:extLst>
            </p:cNvPr>
            <p:cNvPicPr>
              <a:picLocks noChangeAspect="1"/>
            </p:cNvPicPr>
            <p:nvPr userDrawn="1"/>
          </p:nvPicPr>
          <p:blipFill rotWithShape="1">
            <a:blip r:embed="rId6"/>
            <a:srcRect l="67485" r="3467"/>
            <a:stretch/>
          </p:blipFill>
          <p:spPr>
            <a:xfrm>
              <a:off x="170182" y="89345"/>
              <a:ext cx="343503" cy="348186"/>
            </a:xfrm>
            <a:prstGeom prst="rect">
              <a:avLst/>
            </a:prstGeom>
          </p:spPr>
        </p:pic>
        <p:pic>
          <p:nvPicPr>
            <p:cNvPr id="13" name="Picture 12">
              <a:extLst>
                <a:ext uri="{FF2B5EF4-FFF2-40B4-BE49-F238E27FC236}">
                  <a16:creationId xmlns:a16="http://schemas.microsoft.com/office/drawing/2014/main" id="{6A27A544-7D1C-455E-9C62-82FB7C6B848F}"/>
                </a:ext>
              </a:extLst>
            </p:cNvPr>
            <p:cNvPicPr>
              <a:picLocks noChangeAspect="1"/>
            </p:cNvPicPr>
            <p:nvPr userDrawn="1"/>
          </p:nvPicPr>
          <p:blipFill rotWithShape="1">
            <a:blip r:embed="rId6"/>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3044878509"/>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85000"/>
            <a:lumOff val="15000"/>
          </a:schemeClr>
        </a:solidFill>
        <a:effectLst/>
      </p:bgPr>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8693666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6" name="Object 5"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2"/>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3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sp>
        <p:nvSpPr>
          <p:cNvPr id="4" name="Title 3"/>
          <p:cNvSpPr>
            <a:spLocks noGrp="1"/>
          </p:cNvSpPr>
          <p:nvPr>
            <p:ph type="title" hasCustomPrompt="1"/>
          </p:nvPr>
        </p:nvSpPr>
        <p:spPr>
          <a:xfrm>
            <a:off x="630000" y="622800"/>
            <a:ext cx="10933200" cy="483979"/>
          </a:xfrm>
        </p:spPr>
        <p:txBody>
          <a:bodyPr vert="horz"/>
          <a:lstStyle>
            <a:lvl1pPr rtl="1">
              <a:defRPr sz="3400">
                <a:solidFill>
                  <a:schemeClr val="bg1"/>
                </a:solidFill>
                <a:latin typeface="+mj-lt"/>
                <a:ea typeface="+mj-ea"/>
                <a:cs typeface="+mj-cs"/>
                <a:sym typeface="+mj-lt"/>
              </a:defRPr>
            </a:lvl1pPr>
          </a:lstStyle>
          <a:p>
            <a:r>
              <a:rPr lang="ar-AE" dirty="0"/>
              <a:t>اضغط لإضافة عنوان</a:t>
            </a:r>
          </a:p>
        </p:txBody>
      </p:sp>
      <p:sp>
        <p:nvSpPr>
          <p:cNvPr id="8"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solidFill>
                <a:latin typeface="+mn-lt"/>
                <a:ea typeface="+mn-ea"/>
                <a:cs typeface="+mn-cs"/>
                <a:sym typeface="+mn-lt"/>
              </a:defRPr>
            </a:lvl1pPr>
          </a:lstStyle>
          <a:p>
            <a:endParaRPr lang="ar-AE" dirty="0"/>
          </a:p>
        </p:txBody>
      </p:sp>
      <p:sp>
        <p:nvSpPr>
          <p:cNvPr id="9" name="TextBox 8"/>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sp>
        <p:nvSpPr>
          <p:cNvPr id="12"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11" name="Group 10">
            <a:extLst>
              <a:ext uri="{FF2B5EF4-FFF2-40B4-BE49-F238E27FC236}">
                <a16:creationId xmlns:a16="http://schemas.microsoft.com/office/drawing/2014/main" id="{F080FE3C-0D0E-4F16-8EC9-3FD7AF04CDAA}"/>
              </a:ext>
            </a:extLst>
          </p:cNvPr>
          <p:cNvGrpSpPr/>
          <p:nvPr userDrawn="1"/>
        </p:nvGrpSpPr>
        <p:grpSpPr>
          <a:xfrm>
            <a:off x="170182" y="85030"/>
            <a:ext cx="1271837" cy="432854"/>
            <a:chOff x="170182" y="85030"/>
            <a:chExt cx="1271837" cy="432854"/>
          </a:xfrm>
        </p:grpSpPr>
        <p:pic>
          <p:nvPicPr>
            <p:cNvPr id="13" name="Picture 12">
              <a:extLst>
                <a:ext uri="{FF2B5EF4-FFF2-40B4-BE49-F238E27FC236}">
                  <a16:creationId xmlns:a16="http://schemas.microsoft.com/office/drawing/2014/main" id="{7B659E22-8053-4AD8-A07C-FF3BE2B9DE70}"/>
                </a:ext>
              </a:extLst>
            </p:cNvPr>
            <p:cNvPicPr>
              <a:picLocks noChangeAspect="1"/>
            </p:cNvPicPr>
            <p:nvPr userDrawn="1"/>
          </p:nvPicPr>
          <p:blipFill rotWithShape="1">
            <a:blip r:embed="rId6"/>
            <a:srcRect l="67485" r="3467"/>
            <a:stretch/>
          </p:blipFill>
          <p:spPr>
            <a:xfrm>
              <a:off x="170182" y="89345"/>
              <a:ext cx="343503" cy="348186"/>
            </a:xfrm>
            <a:prstGeom prst="rect">
              <a:avLst/>
            </a:prstGeom>
          </p:spPr>
        </p:pic>
        <p:pic>
          <p:nvPicPr>
            <p:cNvPr id="14" name="Picture 13">
              <a:extLst>
                <a:ext uri="{FF2B5EF4-FFF2-40B4-BE49-F238E27FC236}">
                  <a16:creationId xmlns:a16="http://schemas.microsoft.com/office/drawing/2014/main" id="{D6123EDC-52CD-4BA8-BC87-D5394513B757}"/>
                </a:ext>
              </a:extLst>
            </p:cNvPr>
            <p:cNvPicPr>
              <a:picLocks noChangeAspect="1"/>
            </p:cNvPicPr>
            <p:nvPr userDrawn="1"/>
          </p:nvPicPr>
          <p:blipFill rotWithShape="1">
            <a:blip r:embed="rId6"/>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1691610618"/>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p:bg>
      <p:bgPr>
        <a:solidFill>
          <a:srgbClr val="F2F2F2"/>
        </a:solidFill>
        <a:effectLst/>
      </p:bgPr>
    </p:bg>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userDrawn="1">
            <p:custDataLst>
              <p:tags r:id="rId1"/>
            </p:custDataLst>
            <p:extLst>
              <p:ext uri="{D42A27DB-BD31-4B8C-83A1-F6EECF244321}">
                <p14:modId xmlns:p14="http://schemas.microsoft.com/office/powerpoint/2010/main" val="2930739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10" name="Object 9"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lumMod val="50000"/>
                  </a:schemeClr>
                </a:solidFill>
                <a:latin typeface="+mn-lt"/>
                <a:ea typeface="+mn-ea"/>
                <a:cs typeface="+mn-cs"/>
                <a:sym typeface="+mn-lt"/>
              </a:defRPr>
            </a:lvl1pPr>
          </a:lstStyle>
          <a:p>
            <a:endParaRPr lang="ar-AE" dirty="0"/>
          </a:p>
        </p:txBody>
      </p:sp>
      <p:sp>
        <p:nvSpPr>
          <p:cNvPr id="8"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spTree>
    <p:extLst>
      <p:ext uri="{BB962C8B-B14F-4D97-AF65-F5344CB8AC3E}">
        <p14:creationId xmlns:p14="http://schemas.microsoft.com/office/powerpoint/2010/main" val="2318885509"/>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21150809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solidFill>
                <a:latin typeface="+mn-lt"/>
                <a:ea typeface="+mn-ea"/>
                <a:cs typeface="+mn-cs"/>
                <a:sym typeface="+mn-lt"/>
              </a:defRPr>
            </a:lvl1pPr>
          </a:lstStyle>
          <a:p>
            <a:endParaRPr lang="ar-AE" dirty="0"/>
          </a:p>
        </p:txBody>
      </p:sp>
      <p:sp>
        <p:nvSpPr>
          <p:cNvPr id="8" name="TextBox 7"/>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sp>
        <p:nvSpPr>
          <p:cNvPr id="10"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9" name="Group 8">
            <a:extLst>
              <a:ext uri="{FF2B5EF4-FFF2-40B4-BE49-F238E27FC236}">
                <a16:creationId xmlns:a16="http://schemas.microsoft.com/office/drawing/2014/main" id="{8982FB74-711D-4AC2-A018-989B41BCE105}"/>
              </a:ext>
            </a:extLst>
          </p:cNvPr>
          <p:cNvGrpSpPr/>
          <p:nvPr userDrawn="1"/>
        </p:nvGrpSpPr>
        <p:grpSpPr>
          <a:xfrm>
            <a:off x="170182" y="85030"/>
            <a:ext cx="1271837" cy="432854"/>
            <a:chOff x="170182" y="85030"/>
            <a:chExt cx="1271837" cy="432854"/>
          </a:xfrm>
        </p:grpSpPr>
        <p:pic>
          <p:nvPicPr>
            <p:cNvPr id="11" name="Picture 10">
              <a:extLst>
                <a:ext uri="{FF2B5EF4-FFF2-40B4-BE49-F238E27FC236}">
                  <a16:creationId xmlns:a16="http://schemas.microsoft.com/office/drawing/2014/main" id="{6887BE05-B300-4393-858A-AA8027DE61A5}"/>
                </a:ext>
              </a:extLst>
            </p:cNvPr>
            <p:cNvPicPr>
              <a:picLocks noChangeAspect="1"/>
            </p:cNvPicPr>
            <p:nvPr userDrawn="1"/>
          </p:nvPicPr>
          <p:blipFill rotWithShape="1">
            <a:blip r:embed="rId6"/>
            <a:srcRect l="67485" r="3467"/>
            <a:stretch/>
          </p:blipFill>
          <p:spPr>
            <a:xfrm>
              <a:off x="170182" y="89345"/>
              <a:ext cx="343503" cy="348186"/>
            </a:xfrm>
            <a:prstGeom prst="rect">
              <a:avLst/>
            </a:prstGeom>
          </p:spPr>
        </p:pic>
        <p:pic>
          <p:nvPicPr>
            <p:cNvPr id="12" name="Picture 11">
              <a:extLst>
                <a:ext uri="{FF2B5EF4-FFF2-40B4-BE49-F238E27FC236}">
                  <a16:creationId xmlns:a16="http://schemas.microsoft.com/office/drawing/2014/main" id="{C7CFC543-93B0-4573-94B4-05DC33FB5768}"/>
                </a:ext>
              </a:extLst>
            </p:cNvPr>
            <p:cNvPicPr>
              <a:picLocks noChangeAspect="1"/>
            </p:cNvPicPr>
            <p:nvPr userDrawn="1"/>
          </p:nvPicPr>
          <p:blipFill rotWithShape="1">
            <a:blip r:embed="rId6"/>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13488741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rgbClr val="F2F2F2"/>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8006920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lumMod val="50000"/>
                  </a:schemeClr>
                </a:solidFill>
                <a:latin typeface="+mn-lt"/>
                <a:ea typeface="+mn-ea"/>
                <a:cs typeface="+mn-cs"/>
                <a:sym typeface="+mn-lt"/>
              </a:defRPr>
            </a:lvl1pPr>
          </a:lstStyle>
          <a:p>
            <a:endParaRPr lang="ar-AE" dirty="0"/>
          </a:p>
        </p:txBody>
      </p:sp>
      <p:sp>
        <p:nvSpPr>
          <p:cNvPr id="7"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sp>
        <p:nvSpPr>
          <p:cNvPr id="8" name="Title 6">
            <a:extLst>
              <a:ext uri="{FF2B5EF4-FFF2-40B4-BE49-F238E27FC236}">
                <a16:creationId xmlns:a16="http://schemas.microsoft.com/office/drawing/2014/main" id="{BB417545-CF0E-4B83-A4D8-BDD00DB4AC62}"/>
              </a:ext>
            </a:extLst>
          </p:cNvPr>
          <p:cNvSpPr txBox="1">
            <a:spLocks/>
          </p:cNvSpPr>
          <p:nvPr userDrawn="1"/>
        </p:nvSpPr>
        <p:spPr>
          <a:xfrm>
            <a:off x="7806785" y="2963266"/>
            <a:ext cx="3199529" cy="725968"/>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pPr algn="r" rtl="1"/>
            <a:r>
              <a:rPr lang="ar-SA" sz="5100" b="0" i="0" u="none" baseline="0" dirty="0">
                <a:gradFill>
                  <a:gsLst>
                    <a:gs pos="100000">
                      <a:schemeClr val="tx2"/>
                    </a:gs>
                    <a:gs pos="2000">
                      <a:schemeClr val="accent2"/>
                    </a:gs>
                  </a:gsLst>
                  <a:lin ang="2700000" scaled="0"/>
                </a:gradFill>
                <a:latin typeface="Sakkal Majalla" panose="02000000000000000000" pitchFamily="2" charset="-78"/>
                <a:ea typeface="+mn-lt"/>
                <a:cs typeface="Sakkal Majalla" panose="02000000000000000000" pitchFamily="2" charset="-78"/>
                <a:sym typeface="Trebuchet MS" panose="020B0603020202020204" pitchFamily="34" charset="0"/>
              </a:rPr>
              <a:t>إخلاء مسؤولية</a:t>
            </a:r>
          </a:p>
        </p:txBody>
      </p:sp>
      <p:cxnSp>
        <p:nvCxnSpPr>
          <p:cNvPr id="9" name="Straight Connector 8">
            <a:extLst>
              <a:ext uri="{FF2B5EF4-FFF2-40B4-BE49-F238E27FC236}">
                <a16:creationId xmlns:a16="http://schemas.microsoft.com/office/drawing/2014/main" id="{9B9044A0-FEB6-4D83-A8F2-863303DC79AE}"/>
              </a:ext>
            </a:extLst>
          </p:cNvPr>
          <p:cNvCxnSpPr/>
          <p:nvPr userDrawn="1"/>
        </p:nvCxnSpPr>
        <p:spPr>
          <a:xfrm>
            <a:off x="7445403"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C3040678-E2C5-41F5-8616-79A6EC89EE9E}"/>
              </a:ext>
            </a:extLst>
          </p:cNvPr>
          <p:cNvSpPr/>
          <p:nvPr userDrawn="1"/>
        </p:nvSpPr>
        <p:spPr>
          <a:xfrm>
            <a:off x="656292" y="1718118"/>
            <a:ext cx="6209072" cy="3216265"/>
          </a:xfrm>
          <a:prstGeom prst="rect">
            <a:avLst/>
          </a:prstGeom>
        </p:spPr>
        <p:txBody>
          <a:bodyPr wrap="square" lIns="0" tIns="0" rIns="0" bIns="0" anchor="ctr">
            <a:spAutoFit/>
          </a:bodyPr>
          <a:lstStyle/>
          <a:p>
            <a:pPr indent="0" algn="just" rtl="1">
              <a:lnSpc>
                <a:spcPct val="100000"/>
              </a:lnSpc>
            </a:pPr>
            <a:r>
              <a:rPr lang="ar-SA" sz="1100" b="0" i="0" u="none" baseline="0">
                <a:latin typeface="Sakkal Majalla" panose="02000000000000000000" pitchFamily="2" charset="-78"/>
                <a:ea typeface="+mn-lt"/>
                <a:cs typeface="Sakkal Majalla" panose="02000000000000000000" pitchFamily="2" charset="-78"/>
                <a:sym typeface="Trebuchet MS" panose="020B0603020202020204" pitchFamily="34" charset="0"/>
              </a:rPr>
              <a:t>إخلاء مسؤولية: </a:t>
            </a:r>
          </a:p>
          <a:p>
            <a:pPr indent="0" algn="just" rtl="1">
              <a:lnSpc>
                <a:spcPct val="100000"/>
              </a:lnSpc>
            </a:pPr>
            <a:endParaRPr lang="ar-SA" sz="1100" b="0">
              <a:latin typeface="Sakkal Majalla" panose="02000000000000000000" pitchFamily="2" charset="-78"/>
              <a:cs typeface="Sakkal Majalla" panose="02000000000000000000" pitchFamily="2" charset="-78"/>
              <a:sym typeface="Trebuchet MS" panose="020B0603020202020204" pitchFamily="34" charset="0"/>
            </a:endParaRPr>
          </a:p>
          <a:p>
            <a:pPr indent="0" algn="just" rtl="1">
              <a:lnSpc>
                <a:spcPct val="100000"/>
              </a:lnSpc>
            </a:pPr>
            <a:r>
              <a:rPr lang="ar-SA" sz="1100" b="0" i="0" u="none" baseline="0">
                <a:latin typeface="Sakkal Majalla" panose="02000000000000000000" pitchFamily="2" charset="-78"/>
                <a:ea typeface="+mn-lt"/>
                <a:cs typeface="Sakkal Majalla" panose="02000000000000000000" pitchFamily="2" charset="-78"/>
                <a:sym typeface="Trebuchet MS" panose="020B0603020202020204" pitchFamily="34" charset="0"/>
              </a:rPr>
              <a:t>تخضع الخدمات والمواد المقدمة للشروط والأحكام القياسية المعتمدة لدينا (والتي يمكن الحصول على نسخة منها عند الطلب) أو لأي اتفاق آخر قد أبرم معنا في وقت سابق،   ولا تقدم  شركة بوسطن كونسلتينغ جروب أي استشارة قانونية، أو محاسبية، أو ضريبية.  ويتحمل العميل مسؤولية الحصول على مشورة مستقلة فيما يخص هذه الأمور، علمًا بأن هذه المشورة قد تؤثر على التوجيه المقدم من جهتنا،  ولا تتعهد شركة بوسطن كونسلتينغ جروب بتحديث هذه المواد بعد تاريخ صدورها، حتى وإن تقادمت المعلومات الواردة فيها وفقدت دقتها مع مرور الوقت.</a:t>
            </a:r>
          </a:p>
          <a:p>
            <a:pPr indent="0" algn="just" rtl="1">
              <a:lnSpc>
                <a:spcPct val="100000"/>
              </a:lnSpc>
            </a:pPr>
            <a:endParaRPr lang="ar-SA" sz="1100" b="0">
              <a:latin typeface="Sakkal Majalla" panose="02000000000000000000" pitchFamily="2" charset="-78"/>
              <a:cs typeface="Sakkal Majalla" panose="02000000000000000000" pitchFamily="2" charset="-78"/>
              <a:sym typeface="Trebuchet MS" panose="020B0603020202020204" pitchFamily="34" charset="0"/>
            </a:endParaRPr>
          </a:p>
          <a:p>
            <a:pPr indent="0" algn="just" rtl="1">
              <a:lnSpc>
                <a:spcPct val="100000"/>
              </a:lnSpc>
            </a:pPr>
            <a:r>
              <a:rPr lang="ar-SA" sz="1100" b="0" i="0" u="none" baseline="0">
                <a:latin typeface="Sakkal Majalla" panose="02000000000000000000" pitchFamily="2" charset="-78"/>
                <a:ea typeface="+mn-lt"/>
                <a:cs typeface="Sakkal Majalla" panose="02000000000000000000" pitchFamily="2" charset="-78"/>
                <a:sym typeface="Trebuchet MS" panose="020B0603020202020204" pitchFamily="34" charset="0"/>
              </a:rPr>
              <a:t> يتمثل الهدف من المعلومات الواردة في هذا العرض التقديمي في الاستخدام  الحصري من قبل مجلس الإدارة أو الإدارة العليا لدى العميل، وللأغراض الموضحة في العرض دون غيرها.   ولا يجوز نسخ هذه المعلومات أو الإفصاح عنها لأي شخص أو هيئة خلاف العميل ("الأطراف الأخرى") إلا بموافقة كتابية مُسبقة من شركة بوسطن كونسلتينغ جروب.   وتُستخدم هذه المواد فقط كنقاط أساسية للمناقشة؛ وتعد غير مُكتملة ما لم يصاحبها تعليق شفهي ولا يُعتد بها كوثيقة مستقلة،  ومن ثم، لا يجوز لأي طرف آخر، وليس من المستساغ له، الاعتماد على هذه المعلومات لأي غرض كان.  وفي نطاق ما يجيزه القانون (وما لم تتفق شركة بوسطن كونسلتينغ جروب على خلافه بموجب محرر كتابي موقع عليه)، لا نتحمل أي مسؤولية تجاه أي طرف آخر؛ ويتنازل أي طرف آخر بموجبه عن أي حقوق أو مطالب ضدنا فيما يتعلق بالخدمات أو هذا العرض أو أي مواد أخرى، بما يشمل دقتها أو اكتمالها،  ويُعد استلام هذه الوثيقة والاطلاع عليها بمثابة موافقة على ما سبق والعلم به.</a:t>
            </a:r>
          </a:p>
          <a:p>
            <a:pPr indent="0" algn="just" rtl="1">
              <a:lnSpc>
                <a:spcPct val="100000"/>
              </a:lnSpc>
            </a:pPr>
            <a:endParaRPr lang="ar-SA" sz="1100" b="0">
              <a:latin typeface="Sakkal Majalla" panose="02000000000000000000" pitchFamily="2" charset="-78"/>
              <a:cs typeface="Sakkal Majalla" panose="02000000000000000000" pitchFamily="2" charset="-78"/>
              <a:sym typeface="Trebuchet MS" panose="020B0603020202020204" pitchFamily="34" charset="0"/>
            </a:endParaRPr>
          </a:p>
          <a:p>
            <a:pPr indent="0" algn="just" rtl="1">
              <a:lnSpc>
                <a:spcPct val="100000"/>
              </a:lnSpc>
            </a:pPr>
            <a:r>
              <a:rPr lang="ar-SA" sz="1100" b="0" i="0" u="none" baseline="0">
                <a:latin typeface="Sakkal Majalla" panose="02000000000000000000" pitchFamily="2" charset="-78"/>
                <a:ea typeface="+mn-lt"/>
                <a:cs typeface="Sakkal Majalla" panose="02000000000000000000" pitchFamily="2" charset="-78"/>
                <a:sym typeface="Trebuchet MS" panose="020B0603020202020204" pitchFamily="34" charset="0"/>
              </a:rPr>
              <a:t>ولا تقدم شركة بوسطن كونسلتينغ جروب أي رأي يتعلق بالنزاهة أو أي تقييم لمعاملات في السوق،  وليس في هذه المعلومات ما يُعتمد عليه أو يُفسر على هذا النحو.  وذلك مع العلم بأن ما ورد في هذه المعلومات من تقييمات مالية، ومعلومات بشأن توقعات السوق والتوقعات المالية، وما تم التوصل إليه من استنتاجات، كلها يعتمد على منهجيات تقييم معيارية، وليست توقعات مؤكدة ولا تضمن شركة بوسطن كونسلتينغ جروب صحتها. ولقد استعانت شركة بوسطن كونسلتينغ جروب بما قدمه إليها العميل من بيانات وافتراضات عامة وسرية، أو أيهما، دون أن تتحقق بصفة مستقلة من صحة هذه البيانات والافتراضات المستخدمة في هذه التحليلات. ومن الواضح أن التحليلات والاستنتاجات ستتأثر بأي تغيير يجرى على البيانات الأساسية والافتراضات التشغيلية.</a:t>
            </a:r>
            <a:endParaRPr lang="ar-SA" sz="1100" b="0" i="0" u="none" baseline="0" dirty="0">
              <a:latin typeface="Sakkal Majalla" panose="02000000000000000000" pitchFamily="2" charset="-78"/>
              <a:ea typeface="+mn-lt"/>
              <a:cs typeface="Sakkal Majalla" panose="02000000000000000000" pitchFamily="2" charset="-78"/>
              <a:sym typeface="Trebuchet MS" panose="020B0603020202020204" pitchFamily="34" charset="0"/>
            </a:endParaRPr>
          </a:p>
        </p:txBody>
      </p:sp>
    </p:spTree>
    <p:extLst>
      <p:ext uri="{BB962C8B-B14F-4D97-AF65-F5344CB8AC3E}">
        <p14:creationId xmlns:p14="http://schemas.microsoft.com/office/powerpoint/2010/main" val="2473959225"/>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48566012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5" name="Picture 4"/>
          <p:cNvPicPr>
            <a:picLocks noChangeAspect="1"/>
          </p:cNvPicPr>
          <p:nvPr userDrawn="1"/>
        </p:nvPicPr>
        <p:blipFill rotWithShape="1">
          <a:blip r:embed="rId5" cstate="email">
            <a:extLst>
              <a:ext uri="{28A0092B-C50C-407E-A947-70E740481C1C}">
                <a14:useLocalDpi xmlns:a14="http://schemas.microsoft.com/office/drawing/2010/main"/>
              </a:ext>
            </a:extLst>
          </a:blip>
          <a:srcRect r="1844"/>
          <a:stretch/>
        </p:blipFill>
        <p:spPr>
          <a:xfrm>
            <a:off x="2003977" y="561096"/>
            <a:ext cx="10178295" cy="6234890"/>
          </a:xfrm>
          <a:prstGeom prst="rect">
            <a:avLst/>
          </a:prstGeom>
        </p:spPr>
      </p:pic>
      <p:sp>
        <p:nvSpPr>
          <p:cNvPr id="6" name="Title 5"/>
          <p:cNvSpPr>
            <a:spLocks noGrp="1"/>
          </p:cNvSpPr>
          <p:nvPr>
            <p:ph type="ctrTitle" hasCustomPrompt="1"/>
          </p:nvPr>
        </p:nvSpPr>
        <p:spPr>
          <a:xfrm>
            <a:off x="667408" y="1659004"/>
            <a:ext cx="7344478" cy="1638300"/>
          </a:xfrm>
        </p:spPr>
        <p:txBody>
          <a:bodyPr vert="horz" lIns="0" tIns="0" rIns="0" bIns="0" anchor="b">
            <a:normAutofit/>
          </a:bodyPr>
          <a:lstStyle>
            <a:lvl1pPr algn="r" rtl="1">
              <a:defRPr sz="5400">
                <a:solidFill>
                  <a:srgbClr val="006C67"/>
                </a:solidFill>
                <a:latin typeface="+mj-lt"/>
                <a:ea typeface="+mj-ea"/>
                <a:cs typeface="+mj-cs"/>
                <a:sym typeface="+mj-lt"/>
              </a:defRPr>
            </a:lvl1pPr>
          </a:lstStyle>
          <a:p>
            <a:r>
              <a:rPr lang="ar-AE" dirty="0"/>
              <a:t>شكرا لك</a:t>
            </a:r>
          </a:p>
        </p:txBody>
      </p:sp>
      <p:pic>
        <p:nvPicPr>
          <p:cNvPr id="9" name="Picture 8"/>
          <p:cNvPicPr>
            <a:picLocks noChangeAspect="1"/>
          </p:cNvPicPr>
          <p:nvPr userDrawn="1"/>
        </p:nvPicPr>
        <p:blipFill rotWithShape="1">
          <a:blip r:embed="rId6"/>
          <a:srcRect/>
          <a:stretch/>
        </p:blipFill>
        <p:spPr>
          <a:xfrm>
            <a:off x="562633" y="3343543"/>
            <a:ext cx="7260614" cy="71407"/>
          </a:xfrm>
          <a:prstGeom prst="rect">
            <a:avLst/>
          </a:prstGeom>
        </p:spPr>
      </p:pic>
      <p:pic>
        <p:nvPicPr>
          <p:cNvPr id="10" name="Picture 9"/>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a:off x="0" y="6668392"/>
            <a:ext cx="12192000" cy="252811"/>
          </a:xfrm>
          <a:prstGeom prst="rect">
            <a:avLst/>
          </a:prstGeom>
        </p:spPr>
      </p:pic>
      <p:pic>
        <p:nvPicPr>
          <p:cNvPr id="11" name="Picture 10"/>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a:off x="0" y="0"/>
            <a:ext cx="12192000" cy="252811"/>
          </a:xfrm>
          <a:prstGeom prst="rect">
            <a:avLst/>
          </a:prstGeom>
        </p:spPr>
      </p:pic>
      <p:pic>
        <p:nvPicPr>
          <p:cNvPr id="13" name="Graphic 12">
            <a:extLst>
              <a:ext uri="{FF2B5EF4-FFF2-40B4-BE49-F238E27FC236}">
                <a16:creationId xmlns:a16="http://schemas.microsoft.com/office/drawing/2014/main" id="{2A43A026-290A-464C-B2C1-F5D06EB4D830}"/>
              </a:ext>
            </a:extLst>
          </p:cNvPr>
          <p:cNvPicPr>
            <a:picLocks noChangeAspect="1"/>
          </p:cNvPicPr>
          <p:nvPr userDrawn="1"/>
        </p:nvPicPr>
        <p:blipFill>
          <a:blip r:embed="momahLogoFallback">
            <a:extLst>
              <a:ext uri="{96DAC541-7B7A-43D3-8B79-37D633B846F1}">
                <asvg:svgBlip xmlns:asvg="http://schemas.microsoft.com/office/drawing/2016/SVG/main" r:embed="rId8"/>
              </a:ext>
            </a:extLst>
          </a:blip>
          <a:stretch>
            <a:fillRect/>
          </a:stretch>
        </p:blipFill>
        <p:spPr>
          <a:xfrm>
            <a:off x="7526215" y="399621"/>
            <a:ext cx="4248151" cy="1246419"/>
          </a:xfrm>
          <a:prstGeom prst="rect">
            <a:avLst/>
          </a:prstGeom>
        </p:spPr>
      </p:pic>
    </p:spTree>
    <p:extLst>
      <p:ext uri="{BB962C8B-B14F-4D97-AF65-F5344CB8AC3E}">
        <p14:creationId xmlns:p14="http://schemas.microsoft.com/office/powerpoint/2010/main" val="1974017851"/>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3688124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55" name="Group 54"/>
          <p:cNvGrpSpPr/>
          <p:nvPr userDrawn="1"/>
        </p:nvGrpSpPr>
        <p:grpSpPr>
          <a:xfrm>
            <a:off x="-600" y="-1"/>
            <a:ext cx="12193800" cy="6858001"/>
            <a:chOff x="-600" y="-1"/>
            <a:chExt cx="12193800" cy="6858001"/>
          </a:xfrm>
        </p:grpSpPr>
        <p:grpSp>
          <p:nvGrpSpPr>
            <p:cNvPr id="56" name="Baselines / anchors"/>
            <p:cNvGrpSpPr/>
            <p:nvPr/>
          </p:nvGrpSpPr>
          <p:grpSpPr>
            <a:xfrm flipH="1">
              <a:off x="0" y="622800"/>
              <a:ext cx="12193200" cy="5536800"/>
              <a:chOff x="12623800" y="622800"/>
              <a:chExt cx="11176000" cy="5536800"/>
            </a:xfrm>
          </p:grpSpPr>
          <p:cxnSp>
            <p:nvCxnSpPr>
              <p:cNvPr id="117" name="Straight Connector 11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93" name="Gutter space"/>
            <p:cNvGrpSpPr/>
            <p:nvPr/>
          </p:nvGrpSpPr>
          <p:grpSpPr>
            <a:xfrm flipH="1">
              <a:off x="1277600" y="623550"/>
              <a:ext cx="9638000" cy="5537047"/>
              <a:chOff x="1277000" y="623550"/>
              <a:chExt cx="9638000" cy="5537047"/>
            </a:xfrm>
          </p:grpSpPr>
          <p:sp>
            <p:nvSpPr>
              <p:cNvPr id="106" name="Rectangle 34"/>
              <p:cNvSpPr>
                <a:spLocks noChangeArrowheads="1"/>
              </p:cNvSpPr>
              <p:nvPr/>
            </p:nvSpPr>
            <p:spPr bwMode="auto">
              <a:xfrm>
                <a:off x="6887000" y="623550"/>
                <a:ext cx="288000" cy="5537047"/>
              </a:xfrm>
              <a:prstGeom prst="rect">
                <a:avLst/>
              </a:prstGeom>
              <a:solidFill>
                <a:srgbClr val="535353">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107" name="Rectangle 35"/>
              <p:cNvSpPr>
                <a:spLocks noChangeArrowheads="1"/>
              </p:cNvSpPr>
              <p:nvPr/>
            </p:nvSpPr>
            <p:spPr bwMode="auto">
              <a:xfrm>
                <a:off x="8757000" y="623550"/>
                <a:ext cx="288000" cy="5537047"/>
              </a:xfrm>
              <a:prstGeom prst="rect">
                <a:avLst/>
              </a:prstGeom>
              <a:solidFill>
                <a:srgbClr val="535353">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108" name="Rectangle 36"/>
              <p:cNvSpPr>
                <a:spLocks noChangeArrowheads="1"/>
              </p:cNvSpPr>
              <p:nvPr/>
            </p:nvSpPr>
            <p:spPr bwMode="auto">
              <a:xfrm>
                <a:off x="7822000" y="623550"/>
                <a:ext cx="288000" cy="5537047"/>
              </a:xfrm>
              <a:prstGeom prst="rect">
                <a:avLst/>
              </a:prstGeom>
              <a:solidFill>
                <a:srgbClr val="535353">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109" name="Rectangle 37"/>
              <p:cNvSpPr>
                <a:spLocks noChangeArrowheads="1"/>
              </p:cNvSpPr>
              <p:nvPr/>
            </p:nvSpPr>
            <p:spPr bwMode="auto">
              <a:xfrm>
                <a:off x="9692000" y="623550"/>
                <a:ext cx="288000" cy="5537047"/>
              </a:xfrm>
              <a:prstGeom prst="rect">
                <a:avLst/>
              </a:prstGeom>
              <a:solidFill>
                <a:srgbClr val="535353">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110" name="Rectangle 38"/>
              <p:cNvSpPr>
                <a:spLocks noChangeArrowheads="1"/>
              </p:cNvSpPr>
              <p:nvPr/>
            </p:nvSpPr>
            <p:spPr bwMode="auto">
              <a:xfrm>
                <a:off x="10627000" y="623550"/>
                <a:ext cx="288000" cy="5537047"/>
              </a:xfrm>
              <a:prstGeom prst="rect">
                <a:avLst/>
              </a:prstGeom>
              <a:solidFill>
                <a:srgbClr val="535353">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111" name="Rectangle 39"/>
              <p:cNvSpPr>
                <a:spLocks noChangeArrowheads="1"/>
              </p:cNvSpPr>
              <p:nvPr/>
            </p:nvSpPr>
            <p:spPr bwMode="auto">
              <a:xfrm>
                <a:off x="5952000" y="623550"/>
                <a:ext cx="288000" cy="5537047"/>
              </a:xfrm>
              <a:prstGeom prst="rect">
                <a:avLst/>
              </a:prstGeom>
              <a:solidFill>
                <a:srgbClr val="535353">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112" name="Rectangle 40"/>
              <p:cNvSpPr>
                <a:spLocks noChangeArrowheads="1"/>
              </p:cNvSpPr>
              <p:nvPr/>
            </p:nvSpPr>
            <p:spPr bwMode="auto">
              <a:xfrm>
                <a:off x="1277000" y="623550"/>
                <a:ext cx="288000" cy="5537047"/>
              </a:xfrm>
              <a:prstGeom prst="rect">
                <a:avLst/>
              </a:prstGeom>
              <a:solidFill>
                <a:srgbClr val="535353">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113" name="Rectangle 41"/>
              <p:cNvSpPr>
                <a:spLocks noChangeArrowheads="1"/>
              </p:cNvSpPr>
              <p:nvPr/>
            </p:nvSpPr>
            <p:spPr bwMode="auto">
              <a:xfrm>
                <a:off x="2212000" y="623550"/>
                <a:ext cx="288000" cy="5537047"/>
              </a:xfrm>
              <a:prstGeom prst="rect">
                <a:avLst/>
              </a:prstGeom>
              <a:solidFill>
                <a:srgbClr val="535353">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114" name="Rectangle 42"/>
              <p:cNvSpPr>
                <a:spLocks noChangeArrowheads="1"/>
              </p:cNvSpPr>
              <p:nvPr/>
            </p:nvSpPr>
            <p:spPr bwMode="auto">
              <a:xfrm>
                <a:off x="3147000" y="623550"/>
                <a:ext cx="288000" cy="5537047"/>
              </a:xfrm>
              <a:prstGeom prst="rect">
                <a:avLst/>
              </a:prstGeom>
              <a:solidFill>
                <a:srgbClr val="535353">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115" name="Rectangle 43"/>
              <p:cNvSpPr>
                <a:spLocks noChangeArrowheads="1"/>
              </p:cNvSpPr>
              <p:nvPr/>
            </p:nvSpPr>
            <p:spPr bwMode="auto">
              <a:xfrm>
                <a:off x="4082000" y="623550"/>
                <a:ext cx="288000" cy="5537047"/>
              </a:xfrm>
              <a:prstGeom prst="rect">
                <a:avLst/>
              </a:prstGeom>
              <a:solidFill>
                <a:srgbClr val="535353">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116" name="Rectangle 44"/>
              <p:cNvSpPr>
                <a:spLocks noChangeArrowheads="1"/>
              </p:cNvSpPr>
              <p:nvPr/>
            </p:nvSpPr>
            <p:spPr bwMode="auto">
              <a:xfrm>
                <a:off x="5017000" y="623550"/>
                <a:ext cx="288000" cy="5537047"/>
              </a:xfrm>
              <a:prstGeom prst="rect">
                <a:avLst/>
              </a:prstGeom>
              <a:solidFill>
                <a:srgbClr val="535353">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grpSp>
        <p:sp>
          <p:nvSpPr>
            <p:cNvPr id="94" name="Slide edges"/>
            <p:cNvSpPr>
              <a:spLocks/>
            </p:cNvSpPr>
            <p:nvPr/>
          </p:nvSpPr>
          <p:spPr bwMode="auto">
            <a:xfrm flipH="1">
              <a:off x="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rgbClr val="535353"/>
            </a:solidFill>
            <a:ln>
              <a:noFill/>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AE" sz="1800" b="0" i="0" u="none" strike="noStrike" kern="1200" cap="none" spc="0" normalizeH="0" baseline="0" noProof="0" dirty="0">
                <a:ln>
                  <a:noFill/>
                </a:ln>
                <a:solidFill>
                  <a:srgbClr val="575757"/>
                </a:solidFill>
                <a:effectLst/>
                <a:uLnTx/>
                <a:uFillTx/>
                <a:ea typeface="+mn-ea"/>
                <a:cs typeface="+mn-cs"/>
              </a:endParaRPr>
            </a:p>
          </p:txBody>
        </p:sp>
        <p:sp>
          <p:nvSpPr>
            <p:cNvPr id="95" name="Whitespace measure"/>
            <p:cNvSpPr>
              <a:spLocks noChangeArrowheads="1"/>
            </p:cNvSpPr>
            <p:nvPr/>
          </p:nvSpPr>
          <p:spPr bwMode="auto">
            <a:xfrm flipH="1">
              <a:off x="630971" y="1497600"/>
              <a:ext cx="10932229" cy="583200"/>
            </a:xfrm>
            <a:prstGeom prst="rect">
              <a:avLst/>
            </a:prstGeom>
            <a:solidFill>
              <a:srgbClr val="9BC73E">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grpSp>
          <p:nvGrpSpPr>
            <p:cNvPr id="96" name="Five column measure"/>
            <p:cNvGrpSpPr/>
            <p:nvPr/>
          </p:nvGrpSpPr>
          <p:grpSpPr>
            <a:xfrm flipH="1">
              <a:off x="630000" y="5975122"/>
              <a:ext cx="10933200" cy="79536"/>
              <a:chOff x="629400" y="5975122"/>
              <a:chExt cx="10933200" cy="79536"/>
            </a:xfrm>
          </p:grpSpPr>
          <p:sp>
            <p:nvSpPr>
              <p:cNvPr id="101" name="Rectangle 5"/>
              <p:cNvSpPr>
                <a:spLocks noChangeArrowheads="1"/>
              </p:cNvSpPr>
              <p:nvPr/>
            </p:nvSpPr>
            <p:spPr bwMode="auto">
              <a:xfrm>
                <a:off x="2880128" y="5975122"/>
                <a:ext cx="1930288" cy="79536"/>
              </a:xfrm>
              <a:prstGeom prst="rect">
                <a:avLst/>
              </a:prstGeom>
              <a:solidFill>
                <a:srgbClr val="535353">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102" name="Rectangle 7"/>
              <p:cNvSpPr>
                <a:spLocks noChangeArrowheads="1"/>
              </p:cNvSpPr>
              <p:nvPr/>
            </p:nvSpPr>
            <p:spPr bwMode="auto">
              <a:xfrm>
                <a:off x="9626194" y="5975122"/>
                <a:ext cx="1936406" cy="79536"/>
              </a:xfrm>
              <a:prstGeom prst="rect">
                <a:avLst/>
              </a:prstGeom>
              <a:solidFill>
                <a:srgbClr val="535353">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103" name="Rectangle 9"/>
              <p:cNvSpPr>
                <a:spLocks noChangeArrowheads="1"/>
              </p:cNvSpPr>
              <p:nvPr/>
            </p:nvSpPr>
            <p:spPr bwMode="auto">
              <a:xfrm>
                <a:off x="7372407" y="5975122"/>
                <a:ext cx="1936406" cy="79536"/>
              </a:xfrm>
              <a:prstGeom prst="rect">
                <a:avLst/>
              </a:prstGeom>
              <a:solidFill>
                <a:srgbClr val="535353">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104" name="Rectangle 11"/>
              <p:cNvSpPr>
                <a:spLocks noChangeArrowheads="1"/>
              </p:cNvSpPr>
              <p:nvPr/>
            </p:nvSpPr>
            <p:spPr bwMode="auto">
              <a:xfrm>
                <a:off x="5127797" y="5975122"/>
                <a:ext cx="1927229" cy="79536"/>
              </a:xfrm>
              <a:prstGeom prst="rect">
                <a:avLst/>
              </a:prstGeom>
              <a:solidFill>
                <a:srgbClr val="535353">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105" name="Rectangle 13"/>
              <p:cNvSpPr>
                <a:spLocks noChangeArrowheads="1"/>
              </p:cNvSpPr>
              <p:nvPr/>
            </p:nvSpPr>
            <p:spPr bwMode="auto">
              <a:xfrm>
                <a:off x="629400" y="5975122"/>
                <a:ext cx="1933347" cy="79536"/>
              </a:xfrm>
              <a:prstGeom prst="rect">
                <a:avLst/>
              </a:prstGeom>
              <a:solidFill>
                <a:srgbClr val="535353">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grpSp>
        <p:sp>
          <p:nvSpPr>
            <p:cNvPr id="97" name="Live area"/>
            <p:cNvSpPr/>
            <p:nvPr/>
          </p:nvSpPr>
          <p:spPr>
            <a:xfrm flipH="1">
              <a:off x="6300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C00000">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rtl="1">
                <a:lnSpc>
                  <a:spcPct val="90000"/>
                </a:lnSpc>
                <a:spcAft>
                  <a:spcPts val="1000"/>
                </a:spcAft>
              </a:pPr>
              <a:endParaRPr lang="ar-AE" sz="1200" dirty="0">
                <a:solidFill>
                  <a:schemeClr val="bg1"/>
                </a:solidFill>
              </a:endParaRPr>
            </a:p>
          </p:txBody>
        </p:sp>
        <p:sp>
          <p:nvSpPr>
            <p:cNvPr id="98" name="No fly zone"/>
            <p:cNvSpPr/>
            <p:nvPr/>
          </p:nvSpPr>
          <p:spPr>
            <a:xfrm flipH="1">
              <a:off x="-60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solidFill>
                  <a:schemeClr val="tx1"/>
                </a:solidFill>
              </a:endParaRPr>
            </a:p>
          </p:txBody>
        </p:sp>
        <p:sp>
          <p:nvSpPr>
            <p:cNvPr id="99" name="Footnote measure"/>
            <p:cNvSpPr>
              <a:spLocks noChangeArrowheads="1"/>
            </p:cNvSpPr>
            <p:nvPr/>
          </p:nvSpPr>
          <p:spPr bwMode="auto">
            <a:xfrm flipH="1">
              <a:off x="630000" y="6159600"/>
              <a:ext cx="10933200" cy="378584"/>
            </a:xfrm>
            <a:prstGeom prst="rect">
              <a:avLst/>
            </a:prstGeom>
            <a:solidFill>
              <a:srgbClr val="9BC73E">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100" name="Footnote example"/>
            <p:cNvSpPr txBox="1"/>
            <p:nvPr/>
          </p:nvSpPr>
          <p:spPr>
            <a:xfrm flipH="1">
              <a:off x="2531686" y="6144442"/>
              <a:ext cx="9030914" cy="415498"/>
            </a:xfrm>
            <a:prstGeom prst="rect">
              <a:avLst/>
            </a:prstGeom>
            <a:noFill/>
          </p:spPr>
          <p:txBody>
            <a:bodyPr wrap="square" lIns="0" tIns="0" rIns="0" bIns="0" rtlCol="0" anchor="b">
              <a:spAutoFit/>
            </a:bodyPr>
            <a:lstStyle/>
            <a:p>
              <a:pPr lvl="0" algn="r" rtl="1">
                <a:lnSpc>
                  <a:spcPct val="90000"/>
                </a:lnSpc>
                <a:defRPr/>
              </a:pPr>
              <a:r>
                <a:rPr lang="ar-AE" sz="1000" dirty="0">
                  <a:solidFill>
                    <a:prstClr val="white">
                      <a:lumMod val="65000"/>
                    </a:prstClr>
                  </a:solidFill>
                  <a:sym typeface="Trebuchet MS" panose="020B0603020202020204" pitchFamily="34" charset="0"/>
                </a:rPr>
                <a:t>1. xxxx  2. xxxx  3. List footnotes in numerical order. Footnote numbers are not bracketed. Use 10pt font</a:t>
              </a:r>
            </a:p>
            <a:p>
              <a:pPr lvl="0" algn="r" rtl="1">
                <a:lnSpc>
                  <a:spcPct val="90000"/>
                </a:lnSpc>
                <a:defRPr/>
              </a:pPr>
              <a:r>
                <a:rPr lang="ar-AE" sz="1000" dirty="0">
                  <a:solidFill>
                    <a:prstClr val="white">
                      <a:lumMod val="65000"/>
                    </a:prstClr>
                  </a:solidFill>
                  <a:sym typeface="Trebuchet MS" panose="020B0603020202020204" pitchFamily="34" charset="0"/>
                </a:rPr>
                <a:t>Note: Do not put a period at the end of the note or the source</a:t>
              </a:r>
            </a:p>
            <a:p>
              <a:pPr lvl="0" algn="r" rtl="1">
                <a:lnSpc>
                  <a:spcPct val="90000"/>
                </a:lnSpc>
                <a:defRPr/>
              </a:pPr>
              <a:r>
                <a:rPr lang="ar-AE" sz="1000" dirty="0">
                  <a:solidFill>
                    <a:prstClr val="white">
                      <a:lumMod val="65000"/>
                    </a:prstClr>
                  </a:solidFill>
                  <a:sym typeface="Trebuchet MS" panose="020B0603020202020204" pitchFamily="34" charset="0"/>
                </a:rPr>
                <a:t>Source: Include a source for every chart that you use. Separate sources with a semicolon</a:t>
              </a:r>
              <a:endParaRPr kumimoji="0" lang="ar-AE" sz="1000" b="0" i="0" u="none" strike="noStrike" kern="1200" cap="none" spc="0" normalizeH="0" baseline="0" noProof="0" dirty="0">
                <a:ln>
                  <a:noFill/>
                </a:ln>
                <a:solidFill>
                  <a:prstClr val="white">
                    <a:lumMod val="65000"/>
                  </a:prstClr>
                </a:solidFill>
                <a:effectLst/>
                <a:uLnTx/>
                <a:uFillTx/>
                <a:sym typeface="Trebuchet MS" panose="020B0603020202020204" pitchFamily="34" charset="0"/>
              </a:endParaRPr>
            </a:p>
          </p:txBody>
        </p:sp>
      </p:grpSp>
      <p:sp>
        <p:nvSpPr>
          <p:cNvPr id="2" name="Date Placeholder 1"/>
          <p:cNvSpPr>
            <a:spLocks noGrp="1"/>
          </p:cNvSpPr>
          <p:nvPr>
            <p:ph type="dt" sz="half" idx="10"/>
          </p:nvPr>
        </p:nvSpPr>
        <p:spPr/>
        <p:txBody>
          <a:bodyPr/>
          <a:lstStyle>
            <a:lvl1pPr rtl="1" eaLnBrk="1">
              <a:defRPr>
                <a:solidFill>
                  <a:schemeClr val="bg1">
                    <a:lumMod val="50000"/>
                  </a:schemeClr>
                </a:solidFill>
                <a:latin typeface="+mn-lt"/>
                <a:ea typeface="+mn-ea"/>
                <a:cs typeface="+mn-cs"/>
                <a:sym typeface="+mn-lt"/>
              </a:defRPr>
            </a:lvl1pPr>
          </a:lstStyle>
          <a:p>
            <a:endParaRPr lang="ar-AE" dirty="0"/>
          </a:p>
        </p:txBody>
      </p:sp>
    </p:spTree>
    <p:extLst>
      <p:ext uri="{BB962C8B-B14F-4D97-AF65-F5344CB8AC3E}">
        <p14:creationId xmlns:p14="http://schemas.microsoft.com/office/powerpoint/2010/main" val="6278465"/>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bg>
      <p:bgPr>
        <a:solidFill>
          <a:srgbClr val="FFFFFF"/>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7866709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2"/>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4400" b="1" i="0" u="none" strike="noStrike" kern="0" cap="none" spc="0" normalizeH="0" baseline="0" noProof="0" dirty="0">
              <a:ln>
                <a:noFill/>
              </a:ln>
              <a:solidFill>
                <a:prstClr val="white"/>
              </a:solidFill>
              <a:effectLst/>
              <a:uLnTx/>
              <a:uFillTx/>
              <a:latin typeface="+mn-lt"/>
              <a:ea typeface="+mn-ea"/>
              <a:cs typeface="+mn-cs"/>
              <a:sym typeface="DIN Next LT Arabic" panose="020B0503020203050203"/>
            </a:endParaRPr>
          </a:p>
        </p:txBody>
      </p:sp>
      <p:pic>
        <p:nvPicPr>
          <p:cNvPr id="10" name="Picture 9"/>
          <p:cNvPicPr>
            <a:picLocks noChangeAspect="1"/>
          </p:cNvPicPr>
          <p:nvPr userDrawn="1"/>
        </p:nvPicPr>
        <p:blipFill rotWithShape="1">
          <a:blip r:embed="rId6" cstate="email">
            <a:extLst>
              <a:ext uri="{28A0092B-C50C-407E-A947-70E740481C1C}">
                <a14:useLocalDpi xmlns:a14="http://schemas.microsoft.com/office/drawing/2010/main"/>
              </a:ext>
            </a:extLst>
          </a:blip>
          <a:srcRect r="1844"/>
          <a:stretch/>
        </p:blipFill>
        <p:spPr>
          <a:xfrm>
            <a:off x="2003977" y="561096"/>
            <a:ext cx="10178295" cy="6234890"/>
          </a:xfrm>
          <a:prstGeom prst="rect">
            <a:avLst/>
          </a:prstGeom>
        </p:spPr>
      </p:pic>
      <p:sp>
        <p:nvSpPr>
          <p:cNvPr id="15" name="Title 5"/>
          <p:cNvSpPr>
            <a:spLocks noGrp="1"/>
          </p:cNvSpPr>
          <p:nvPr>
            <p:ph type="ctrTitle" hasCustomPrompt="1"/>
          </p:nvPr>
        </p:nvSpPr>
        <p:spPr>
          <a:xfrm>
            <a:off x="667408" y="1659004"/>
            <a:ext cx="7344478" cy="1638300"/>
          </a:xfrm>
        </p:spPr>
        <p:txBody>
          <a:bodyPr vert="horz" lIns="0" tIns="0" rIns="0" bIns="0" anchor="b">
            <a:normAutofit/>
          </a:bodyPr>
          <a:lstStyle>
            <a:lvl1pPr algn="r" rtl="1">
              <a:defRPr sz="5400">
                <a:solidFill>
                  <a:srgbClr val="006C67"/>
                </a:solidFill>
                <a:latin typeface="+mj-lt"/>
                <a:ea typeface="+mj-ea"/>
                <a:cs typeface="+mj-cs"/>
                <a:sym typeface="+mj-lt"/>
              </a:defRPr>
            </a:lvl1pPr>
          </a:lstStyle>
          <a:p>
            <a:r>
              <a:rPr lang="ar-AE" dirty="0"/>
              <a:t>انقر لتحرير نمط العنوان الرئيسي</a:t>
            </a:r>
          </a:p>
        </p:txBody>
      </p:sp>
      <p:sp>
        <p:nvSpPr>
          <p:cNvPr id="16" name="Text Placeholder 7"/>
          <p:cNvSpPr>
            <a:spLocks noGrp="1"/>
          </p:cNvSpPr>
          <p:nvPr>
            <p:ph type="body" sz="quarter" idx="10" hasCustomPrompt="1"/>
          </p:nvPr>
        </p:nvSpPr>
        <p:spPr>
          <a:xfrm>
            <a:off x="667407" y="3461188"/>
            <a:ext cx="7344478" cy="662940"/>
          </a:xfrm>
        </p:spPr>
        <p:txBody>
          <a:bodyPr lIns="0" tIns="0" rIns="0" bIns="0">
            <a:normAutofit/>
          </a:bodyPr>
          <a:lstStyle>
            <a:lvl1pPr marL="0" indent="0" algn="r" rtl="1">
              <a:buNone/>
              <a:defRPr sz="2400">
                <a:solidFill>
                  <a:schemeClr val="tx1"/>
                </a:solidFill>
                <a:latin typeface="+mn-lt"/>
                <a:ea typeface="+mn-ea"/>
                <a:cs typeface="+mn-cs"/>
                <a:sym typeface="+mn-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ar-AE" dirty="0"/>
              <a:t>انقر لتحرير أسلوب الترجمة الرئيسي</a:t>
            </a:r>
          </a:p>
        </p:txBody>
      </p:sp>
      <p:sp>
        <p:nvSpPr>
          <p:cNvPr id="17" name="Text Placeholder 2"/>
          <p:cNvSpPr>
            <a:spLocks noGrp="1"/>
          </p:cNvSpPr>
          <p:nvPr>
            <p:ph type="body" sz="quarter" idx="11" hasCustomPrompt="1"/>
          </p:nvPr>
        </p:nvSpPr>
        <p:spPr>
          <a:xfrm>
            <a:off x="667407" y="4198448"/>
            <a:ext cx="7344478" cy="251460"/>
          </a:xfrm>
        </p:spPr>
        <p:txBody>
          <a:bodyPr anchor="ctr"/>
          <a:lstStyle>
            <a:lvl1pPr algn="r" rtl="1">
              <a:defRPr sz="1600" cap="all" baseline="0">
                <a:solidFill>
                  <a:srgbClr val="7F7F7F"/>
                </a:solidFill>
                <a:latin typeface="+mn-lt"/>
                <a:ea typeface="+mn-ea"/>
                <a:cs typeface="+mn-cs"/>
              </a:defRPr>
            </a:lvl1pPr>
          </a:lstStyle>
          <a:p>
            <a:pPr lvl="0"/>
            <a:r>
              <a:rPr lang="ar-AE" dirty="0"/>
              <a:t>انقر لتعديل التاريخ / المكان</a:t>
            </a:r>
          </a:p>
        </p:txBody>
      </p:sp>
      <p:pic>
        <p:nvPicPr>
          <p:cNvPr id="18" name="Picture 17"/>
          <p:cNvPicPr>
            <a:picLocks noChangeAspect="1"/>
          </p:cNvPicPr>
          <p:nvPr userDrawn="1"/>
        </p:nvPicPr>
        <p:blipFill rotWithShape="1">
          <a:blip r:embed="rId7"/>
          <a:srcRect/>
          <a:stretch/>
        </p:blipFill>
        <p:spPr>
          <a:xfrm>
            <a:off x="562633" y="3343543"/>
            <a:ext cx="7260614" cy="71407"/>
          </a:xfrm>
          <a:prstGeom prst="rect">
            <a:avLst/>
          </a:prstGeom>
        </p:spPr>
      </p:pic>
      <p:pic>
        <p:nvPicPr>
          <p:cNvPr id="19" name="Picture 18"/>
          <p:cNvPicPr>
            <a:picLocks noChangeAspect="1"/>
          </p:cNvPicPr>
          <p:nvPr userDrawn="1"/>
        </p:nvPicPr>
        <p:blipFill rotWithShape="1">
          <a:blip r:embed="rId8" cstate="email">
            <a:extLst>
              <a:ext uri="{28A0092B-C50C-407E-A947-70E740481C1C}">
                <a14:useLocalDpi xmlns:a14="http://schemas.microsoft.com/office/drawing/2010/main"/>
              </a:ext>
            </a:extLst>
          </a:blip>
          <a:srcRect/>
          <a:stretch/>
        </p:blipFill>
        <p:spPr>
          <a:xfrm>
            <a:off x="0" y="6668392"/>
            <a:ext cx="12192000" cy="252811"/>
          </a:xfrm>
          <a:prstGeom prst="rect">
            <a:avLst/>
          </a:prstGeom>
        </p:spPr>
      </p:pic>
      <p:pic>
        <p:nvPicPr>
          <p:cNvPr id="20" name="Picture 19"/>
          <p:cNvPicPr>
            <a:picLocks noChangeAspect="1"/>
          </p:cNvPicPr>
          <p:nvPr userDrawn="1"/>
        </p:nvPicPr>
        <p:blipFill rotWithShape="1">
          <a:blip r:embed="rId8" cstate="email">
            <a:extLst>
              <a:ext uri="{28A0092B-C50C-407E-A947-70E740481C1C}">
                <a14:useLocalDpi xmlns:a14="http://schemas.microsoft.com/office/drawing/2010/main"/>
              </a:ext>
            </a:extLst>
          </a:blip>
          <a:srcRect/>
          <a:stretch/>
        </p:blipFill>
        <p:spPr>
          <a:xfrm>
            <a:off x="0" y="0"/>
            <a:ext cx="12192000" cy="252811"/>
          </a:xfrm>
          <a:prstGeom prst="rect">
            <a:avLst/>
          </a:prstGeom>
        </p:spPr>
      </p:pic>
      <p:pic>
        <p:nvPicPr>
          <p:cNvPr id="12" name="Graphic 11">
            <a:extLst>
              <a:ext uri="{FF2B5EF4-FFF2-40B4-BE49-F238E27FC236}">
                <a16:creationId xmlns:a16="http://schemas.microsoft.com/office/drawing/2014/main" id="{CD345046-C1C1-4632-99A0-28D7013AAB08}"/>
              </a:ext>
            </a:extLst>
          </p:cNvPr>
          <p:cNvPicPr>
            <a:picLocks noChangeAspect="1"/>
          </p:cNvPicPr>
          <p:nvPr userDrawn="1"/>
        </p:nvPicPr>
        <p:blipFill>
          <a:blip r:embed="momahLogoFallback">
            <a:extLst>
              <a:ext uri="{96DAC541-7B7A-43D3-8B79-37D633B846F1}">
                <asvg:svgBlip xmlns:asvg="http://schemas.microsoft.com/office/drawing/2016/SVG/main" r:embed="rId9"/>
              </a:ext>
            </a:extLst>
          </a:blip>
          <a:stretch>
            <a:fillRect/>
          </a:stretch>
        </p:blipFill>
        <p:spPr>
          <a:xfrm>
            <a:off x="7526215" y="399621"/>
            <a:ext cx="4248151" cy="1246419"/>
          </a:xfrm>
          <a:prstGeom prst="rect">
            <a:avLst/>
          </a:prstGeom>
        </p:spPr>
      </p:pic>
    </p:spTree>
    <p:extLst>
      <p:ext uri="{BB962C8B-B14F-4D97-AF65-F5344CB8AC3E}">
        <p14:creationId xmlns:p14="http://schemas.microsoft.com/office/powerpoint/2010/main" val="2026235511"/>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99040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2" name="Object 1"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2"/>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2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sp>
        <p:nvSpPr>
          <p:cNvPr id="10" name="Date Placeholder 56"/>
          <p:cNvSpPr>
            <a:spLocks noGrp="1"/>
          </p:cNvSpPr>
          <p:nvPr>
            <p:ph type="dt" sz="half" idx="14"/>
          </p:nvPr>
        </p:nvSpPr>
        <p:spPr>
          <a:xfrm>
            <a:off x="9677400" y="6405036"/>
            <a:ext cx="1482051" cy="153888"/>
          </a:xfrm>
        </p:spPr>
        <p:txBody>
          <a:bodyPr/>
          <a:lstStyle>
            <a:lvl1pPr rtl="1">
              <a:defRPr>
                <a:solidFill>
                  <a:schemeClr val="bg1">
                    <a:lumMod val="50000"/>
                  </a:schemeClr>
                </a:solidFill>
                <a:latin typeface="+mn-lt"/>
                <a:ea typeface="+mn-ea"/>
                <a:cs typeface="+mn-cs"/>
                <a:sym typeface="Trebuchet MS" panose="020B0603020202020204" pitchFamily="34" charset="0"/>
              </a:defRPr>
            </a:lvl1pPr>
          </a:lstStyle>
          <a:p>
            <a:endParaRPr lang="ar-AE" dirty="0"/>
          </a:p>
        </p:txBody>
      </p:sp>
      <p:sp>
        <p:nvSpPr>
          <p:cNvPr id="13" name="Title 7"/>
          <p:cNvSpPr>
            <a:spLocks noGrp="1"/>
          </p:cNvSpPr>
          <p:nvPr>
            <p:ph type="title" hasCustomPrompt="1"/>
          </p:nvPr>
        </p:nvSpPr>
        <p:spPr>
          <a:xfrm>
            <a:off x="630000" y="622800"/>
            <a:ext cx="10933350" cy="341632"/>
          </a:xfrm>
        </p:spPr>
        <p:txBody>
          <a:bodyPr vert="horz"/>
          <a:lstStyle>
            <a:lvl1pPr algn="r" rtl="1">
              <a:defRPr>
                <a:latin typeface="+mj-lt"/>
                <a:ea typeface="+mj-ea"/>
                <a:cs typeface="+mj-cs"/>
                <a:sym typeface="Trebuchet MS" panose="020B0603020202020204" pitchFamily="34" charset="0"/>
              </a:defRPr>
            </a:lvl1pPr>
          </a:lstStyle>
          <a:p>
            <a:r>
              <a:rPr lang="ar-AE" dirty="0"/>
              <a:t>اضغط لإضافة عنوان</a:t>
            </a:r>
          </a:p>
        </p:txBody>
      </p:sp>
      <p:sp>
        <p:nvSpPr>
          <p:cNvPr id="16"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pic>
        <p:nvPicPr>
          <p:cNvPr id="9" name="PP Templet-09.jpg" descr="PP Templet-09.jpg"/>
          <p:cNvPicPr>
            <a:picLocks noChangeAspect="1"/>
          </p:cNvPicPr>
          <p:nvPr userDrawn="1"/>
        </p:nvPicPr>
        <p:blipFill rotWithShape="1">
          <a:blip r:embed="rId6"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flipH="1">
            <a:off x="172563" y="652176"/>
            <a:ext cx="335360" cy="6148270"/>
          </a:xfrm>
          <a:prstGeom prst="rect">
            <a:avLst/>
          </a:prstGeom>
          <a:ln w="12700">
            <a:miter lim="400000"/>
          </a:ln>
        </p:spPr>
      </p:pic>
    </p:spTree>
    <p:extLst>
      <p:ext uri="{BB962C8B-B14F-4D97-AF65-F5344CB8AC3E}">
        <p14:creationId xmlns:p14="http://schemas.microsoft.com/office/powerpoint/2010/main" val="2867765619"/>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3097967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2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rtl="1">
              <a:lnSpc>
                <a:spcPct val="100000"/>
              </a:lnSpc>
              <a:spcBef>
                <a:spcPts val="0"/>
              </a:spcBef>
              <a:spcAft>
                <a:spcPts val="0"/>
              </a:spcAft>
              <a:defRPr>
                <a:latin typeface="+mn-lt"/>
                <a:ea typeface="+mn-ea"/>
                <a:cs typeface="+mn-cs"/>
                <a:sym typeface="+mn-lt"/>
              </a:defRPr>
            </a:lvl1pPr>
            <a:lvl2pPr rtl="1">
              <a:lnSpc>
                <a:spcPct val="100000"/>
              </a:lnSpc>
              <a:spcBef>
                <a:spcPts val="0"/>
              </a:spcBef>
              <a:spcAft>
                <a:spcPts val="0"/>
              </a:spcAft>
              <a:defRPr>
                <a:latin typeface="+mn-lt"/>
                <a:ea typeface="+mn-ea"/>
                <a:cs typeface="+mn-cs"/>
                <a:sym typeface="+mn-lt"/>
              </a:defRPr>
            </a:lvl2pPr>
            <a:lvl3pPr rtl="1">
              <a:lnSpc>
                <a:spcPct val="100000"/>
              </a:lnSpc>
              <a:spcBef>
                <a:spcPts val="0"/>
              </a:spcBef>
              <a:spcAft>
                <a:spcPts val="0"/>
              </a:spcAft>
              <a:defRPr>
                <a:latin typeface="+mn-lt"/>
                <a:ea typeface="+mn-ea"/>
                <a:cs typeface="+mn-cs"/>
                <a:sym typeface="+mn-lt"/>
              </a:defRPr>
            </a:lvl3pPr>
            <a:lvl4pPr rtl="1">
              <a:lnSpc>
                <a:spcPct val="100000"/>
              </a:lnSpc>
              <a:spcBef>
                <a:spcPts val="0"/>
              </a:spcBef>
              <a:spcAft>
                <a:spcPts val="0"/>
              </a:spcAft>
              <a:defRPr>
                <a:latin typeface="+mn-lt"/>
                <a:ea typeface="+mn-ea"/>
                <a:cs typeface="+mn-cs"/>
                <a:sym typeface="+mn-lt"/>
              </a:defRPr>
            </a:lvl4pPr>
            <a:lvl5pPr rtl="1">
              <a:lnSpc>
                <a:spcPct val="100000"/>
              </a:lnSpc>
              <a:spcBef>
                <a:spcPts val="0"/>
              </a:spcBef>
              <a:spcAft>
                <a:spcPts val="0"/>
              </a:spcAft>
              <a:defRPr>
                <a:latin typeface="+mn-lt"/>
                <a:ea typeface="+mn-ea"/>
                <a:cs typeface="+mn-cs"/>
                <a:sym typeface="+mn-lt"/>
              </a:defRPr>
            </a:lvl5pPr>
          </a:lstStyle>
          <a:p>
            <a:pPr lvl="0"/>
            <a:r>
              <a:rPr lang="ar-AE" dirty="0"/>
              <a:t>Click to edit Master text styles</a:t>
            </a:r>
          </a:p>
          <a:p>
            <a:pPr lvl="1"/>
            <a:r>
              <a:rPr lang="ar-AE" dirty="0"/>
              <a:t>Second level</a:t>
            </a:r>
          </a:p>
          <a:p>
            <a:pPr lvl="2"/>
            <a:r>
              <a:rPr lang="ar-AE" dirty="0"/>
              <a:t>Third level</a:t>
            </a:r>
          </a:p>
          <a:p>
            <a:pPr lvl="3"/>
            <a:r>
              <a:rPr lang="ar-AE" dirty="0"/>
              <a:t>Fourth level</a:t>
            </a:r>
          </a:p>
          <a:p>
            <a:pPr lvl="4"/>
            <a:r>
              <a:rPr lang="ar-AE" dirty="0"/>
              <a:t>Fifth level</a:t>
            </a:r>
          </a:p>
        </p:txBody>
      </p:sp>
      <p:sp>
        <p:nvSpPr>
          <p:cNvPr id="10" name="Date Placeholder 56"/>
          <p:cNvSpPr>
            <a:spLocks noGrp="1"/>
          </p:cNvSpPr>
          <p:nvPr>
            <p:ph type="dt" sz="half" idx="14"/>
          </p:nvPr>
        </p:nvSpPr>
        <p:spPr>
          <a:xfrm>
            <a:off x="9677400" y="6405036"/>
            <a:ext cx="1482051" cy="153888"/>
          </a:xfrm>
        </p:spPr>
        <p:txBody>
          <a:bodyPr/>
          <a:lstStyle>
            <a:lvl1pPr rtl="1">
              <a:defRPr>
                <a:solidFill>
                  <a:schemeClr val="bg1">
                    <a:lumMod val="50000"/>
                  </a:schemeClr>
                </a:solidFill>
                <a:latin typeface="+mn-lt"/>
                <a:ea typeface="+mn-ea"/>
                <a:cs typeface="+mn-cs"/>
                <a:sym typeface="Trebuchet MS" panose="020B0603020202020204" pitchFamily="34" charset="0"/>
              </a:defRPr>
            </a:lvl1pPr>
          </a:lstStyle>
          <a:p>
            <a:endParaRPr lang="ar-AE" dirty="0"/>
          </a:p>
        </p:txBody>
      </p:sp>
      <p:sp>
        <p:nvSpPr>
          <p:cNvPr id="13" name="Title 7"/>
          <p:cNvSpPr>
            <a:spLocks noGrp="1"/>
          </p:cNvSpPr>
          <p:nvPr>
            <p:ph type="title" hasCustomPrompt="1"/>
          </p:nvPr>
        </p:nvSpPr>
        <p:spPr>
          <a:xfrm>
            <a:off x="630000" y="622800"/>
            <a:ext cx="10933350" cy="341632"/>
          </a:xfrm>
        </p:spPr>
        <p:txBody>
          <a:bodyPr vert="horz"/>
          <a:lstStyle>
            <a:lvl1pPr algn="r" rtl="1">
              <a:defRPr>
                <a:latin typeface="+mj-lt"/>
                <a:ea typeface="+mj-ea"/>
                <a:cs typeface="+mj-cs"/>
                <a:sym typeface="Trebuchet MS" panose="020B0603020202020204" pitchFamily="34" charset="0"/>
              </a:defRPr>
            </a:lvl1pPr>
          </a:lstStyle>
          <a:p>
            <a:r>
              <a:rPr lang="ar-AE" dirty="0"/>
              <a:t>اضغط لإضافة عنوان</a:t>
            </a:r>
          </a:p>
        </p:txBody>
      </p:sp>
      <p:sp>
        <p:nvSpPr>
          <p:cNvPr id="16"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pic>
        <p:nvPicPr>
          <p:cNvPr id="11" name="PP Templet-09.jpg" descr="PP Templet-09.jpg"/>
          <p:cNvPicPr>
            <a:picLocks noChangeAspect="1"/>
          </p:cNvPicPr>
          <p:nvPr userDrawn="1"/>
        </p:nvPicPr>
        <p:blipFill rotWithShape="1">
          <a:blip r:embed="rId6"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flipH="1">
            <a:off x="172563" y="652176"/>
            <a:ext cx="335360" cy="6148270"/>
          </a:xfrm>
          <a:prstGeom prst="rect">
            <a:avLst/>
          </a:prstGeom>
          <a:ln w="12700">
            <a:miter lim="400000"/>
          </a:ln>
        </p:spPr>
      </p:pic>
    </p:spTree>
    <p:extLst>
      <p:ext uri="{BB962C8B-B14F-4D97-AF65-F5344CB8AC3E}">
        <p14:creationId xmlns:p14="http://schemas.microsoft.com/office/powerpoint/2010/main" val="1046181159"/>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rgbClr val="FFFFFF"/>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8127681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2"/>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2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sp>
        <p:nvSpPr>
          <p:cNvPr id="4" name="Date Placeholder 3"/>
          <p:cNvSpPr>
            <a:spLocks noGrp="1"/>
          </p:cNvSpPr>
          <p:nvPr>
            <p:ph type="dt" sz="half" idx="14"/>
          </p:nvPr>
        </p:nvSpPr>
        <p:spPr/>
        <p:txBody>
          <a:bodyPr/>
          <a:lstStyle>
            <a:lvl1pPr rtl="1" eaLnBrk="1">
              <a:defRPr>
                <a:solidFill>
                  <a:schemeClr val="bg1">
                    <a:lumMod val="50000"/>
                  </a:schemeClr>
                </a:solidFill>
                <a:latin typeface="+mn-lt"/>
                <a:ea typeface="+mn-ea"/>
                <a:cs typeface="+mn-cs"/>
                <a:sym typeface="+mn-lt"/>
              </a:defRPr>
            </a:lvl1pPr>
          </a:lstStyle>
          <a:p>
            <a:endParaRPr lang="ar-AE" dirty="0"/>
          </a:p>
        </p:txBody>
      </p:sp>
      <p:sp>
        <p:nvSpPr>
          <p:cNvPr id="7" name="Rectangle 6"/>
          <p:cNvSpPr/>
          <p:nvPr userDrawn="1"/>
        </p:nvSpPr>
        <p:spPr bwMode="white">
          <a:xfrm>
            <a:off x="7497600"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rtl="1" eaLnBrk="1">
              <a:lnSpc>
                <a:spcPct val="90000"/>
              </a:lnSpc>
              <a:spcAft>
                <a:spcPts val="1000"/>
              </a:spcAft>
            </a:pPr>
            <a:endParaRPr lang="ar-AE" sz="1200" dirty="0">
              <a:solidFill>
                <a:schemeClr val="bg1"/>
              </a:solidFill>
              <a:latin typeface="+mn-lt"/>
              <a:ea typeface="+mn-ea"/>
              <a:cs typeface="+mn-cs"/>
              <a:sym typeface="+mn-lt"/>
            </a:endParaRPr>
          </a:p>
        </p:txBody>
      </p:sp>
      <p:sp>
        <p:nvSpPr>
          <p:cNvPr id="8" name="Subtitle 2"/>
          <p:cNvSpPr>
            <a:spLocks noGrp="1"/>
          </p:cNvSpPr>
          <p:nvPr>
            <p:ph type="subTitle" idx="13" hasCustomPrompt="1"/>
          </p:nvPr>
        </p:nvSpPr>
        <p:spPr>
          <a:xfrm>
            <a:off x="7819199" y="2158987"/>
            <a:ext cx="3744000" cy="541687"/>
          </a:xfrm>
          <a:prstGeom prst="rect">
            <a:avLst/>
          </a:prstGeom>
        </p:spPr>
        <p:txBody>
          <a:bodyPr>
            <a:noAutofit/>
          </a:bodyPr>
          <a:lstStyle>
            <a:lvl1pPr marL="0" indent="0" algn="r" rtl="1">
              <a:buNone/>
              <a:defRPr sz="1600">
                <a:solidFill>
                  <a:srgbClr val="005B4F"/>
                </a:solidFill>
                <a:latin typeface="+mn-lt"/>
                <a:ea typeface="+mn-ea"/>
                <a:cs typeface="+mn-cs"/>
                <a:sym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AE" dirty="0"/>
              <a:t>انقر لإضافة عنوان فرعي</a:t>
            </a:r>
          </a:p>
        </p:txBody>
      </p:sp>
      <p:sp>
        <p:nvSpPr>
          <p:cNvPr id="9" name="Title 4"/>
          <p:cNvSpPr>
            <a:spLocks noGrp="1"/>
          </p:cNvSpPr>
          <p:nvPr>
            <p:ph type="title" hasCustomPrompt="1"/>
          </p:nvPr>
        </p:nvSpPr>
        <p:spPr>
          <a:xfrm>
            <a:off x="7819199" y="1227048"/>
            <a:ext cx="3744000" cy="664797"/>
          </a:xfrm>
        </p:spPr>
        <p:txBody>
          <a:bodyPr vert="horz" anchor="t">
            <a:noAutofit/>
          </a:bodyPr>
          <a:lstStyle>
            <a:lvl1pPr rtl="1">
              <a:defRPr sz="2400">
                <a:solidFill>
                  <a:srgbClr val="005B4F"/>
                </a:solidFill>
                <a:latin typeface="+mj-lt"/>
                <a:ea typeface="+mj-ea"/>
                <a:cs typeface="+mj-cs"/>
                <a:sym typeface="+mj-lt"/>
              </a:defRPr>
            </a:lvl1pPr>
          </a:lstStyle>
          <a:p>
            <a:r>
              <a:rPr lang="ar-AE" dirty="0"/>
              <a:t>اضغط لإضافة عنوان</a:t>
            </a:r>
          </a:p>
        </p:txBody>
      </p:sp>
      <p:sp>
        <p:nvSpPr>
          <p:cNvPr id="12"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spTree>
    <p:extLst>
      <p:ext uri="{BB962C8B-B14F-4D97-AF65-F5344CB8AC3E}">
        <p14:creationId xmlns:p14="http://schemas.microsoft.com/office/powerpoint/2010/main" val="1561744015"/>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823515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2"/>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5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sp>
        <p:nvSpPr>
          <p:cNvPr id="9" name="Date Placeholder 8"/>
          <p:cNvSpPr>
            <a:spLocks noGrp="1"/>
          </p:cNvSpPr>
          <p:nvPr>
            <p:ph type="dt" sz="half" idx="10"/>
          </p:nvPr>
        </p:nvSpPr>
        <p:spPr/>
        <p:txBody>
          <a:bodyPr/>
          <a:lstStyle>
            <a:lvl1pPr rtl="1" eaLnBrk="1">
              <a:defRPr>
                <a:solidFill>
                  <a:schemeClr val="bg1">
                    <a:lumMod val="50000"/>
                  </a:schemeClr>
                </a:solidFill>
                <a:latin typeface="+mn-lt"/>
                <a:ea typeface="+mn-ea"/>
                <a:cs typeface="+mn-cs"/>
                <a:sym typeface="+mn-lt"/>
              </a:defRPr>
            </a:lvl1pPr>
          </a:lstStyle>
          <a:p>
            <a:endParaRPr lang="ar-AE" dirty="0"/>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vert="horz" lIns="274320" tIns="274320" rIns="274320" bIns="137160" anchor="b">
            <a:noAutofit/>
          </a:bodyPr>
          <a:lstStyle>
            <a:lvl1pPr marL="0" algn="r" defTabSz="914400" rtl="1" eaLnBrk="1" fontAlgn="auto" latinLnBrk="0" hangingPunct="1">
              <a:lnSpc>
                <a:spcPts val="6000"/>
              </a:lnSpc>
              <a:spcBef>
                <a:spcPts val="0"/>
              </a:spcBef>
              <a:spcAft>
                <a:spcPts val="0"/>
              </a:spcAft>
              <a:defRPr lang="en-US" sz="5400" kern="1200" baseline="0" dirty="0">
                <a:solidFill>
                  <a:schemeClr val="tx2"/>
                </a:solidFill>
                <a:latin typeface="+mj-lt"/>
                <a:ea typeface="+mj-ea"/>
                <a:cs typeface="+mj-cs"/>
                <a:sym typeface="+mj-lt"/>
              </a:defRPr>
            </a:lvl1pPr>
          </a:lstStyle>
          <a:p>
            <a:r>
              <a:rPr lang="ar-AE" dirty="0"/>
              <a:t>انقر لإضافة عنوان القسم</a:t>
            </a:r>
          </a:p>
        </p:txBody>
      </p:sp>
      <p:sp>
        <p:nvSpPr>
          <p:cNvPr id="11" name="Rectangle 10"/>
          <p:cNvSpPr/>
          <p:nvPr userDrawn="1"/>
        </p:nvSpPr>
        <p:spPr bwMode="white">
          <a:xfrm>
            <a:off x="9953511" y="1424081"/>
            <a:ext cx="951721" cy="951721"/>
          </a:xfrm>
          <a:prstGeom prst="rect">
            <a:avLst/>
          </a:prstGeom>
          <a:noFill/>
          <a:ln w="10795" cap="flat" cmpd="sng" algn="ctr">
            <a:solidFill>
              <a:srgbClr val="005B4F"/>
            </a:solidFill>
            <a:prstDash val="solid"/>
            <a:miter lim="800000"/>
            <a:headEnd type="none" w="med" len="med"/>
            <a:tailEnd type="none" w="med" len="med"/>
          </a:ln>
          <a:extLst>
            <a:ext uri="{909E8E84-426E-40DD-AFC4-6F175D3DCCD1}">
              <a14:hiddenFill xmlns:a14="http://schemas.microsoft.com/office/drawing/2010/main">
                <a:solidFill>
                  <a:srgbClr val="005B4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rtl="1" eaLnBrk="1"/>
            <a:endParaRPr lang="ar-AE" sz="1200" dirty="0">
              <a:solidFill>
                <a:schemeClr val="bg1"/>
              </a:solidFill>
              <a:latin typeface="+mn-lt"/>
              <a:ea typeface="+mn-ea"/>
              <a:cs typeface="+mn-cs"/>
              <a:sym typeface="+mn-lt"/>
            </a:endParaRPr>
          </a:p>
        </p:txBody>
      </p:sp>
      <p:sp>
        <p:nvSpPr>
          <p:cNvPr id="13"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spTree>
    <p:extLst>
      <p:ext uri="{BB962C8B-B14F-4D97-AF65-F5344CB8AC3E}">
        <p14:creationId xmlns:p14="http://schemas.microsoft.com/office/powerpoint/2010/main" val="3315994792"/>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rgbClr val="FFFFFF"/>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4676539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2"/>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5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sp>
        <p:nvSpPr>
          <p:cNvPr id="9" name="Date Placeholder 8"/>
          <p:cNvSpPr>
            <a:spLocks noGrp="1"/>
          </p:cNvSpPr>
          <p:nvPr>
            <p:ph type="dt" sz="half" idx="10"/>
          </p:nvPr>
        </p:nvSpPr>
        <p:spPr/>
        <p:txBody>
          <a:bodyPr/>
          <a:lstStyle>
            <a:lvl1pPr rtl="1" eaLnBrk="1">
              <a:defRPr>
                <a:solidFill>
                  <a:schemeClr val="bg1">
                    <a:lumMod val="50000"/>
                  </a:schemeClr>
                </a:solidFill>
                <a:latin typeface="+mn-lt"/>
                <a:ea typeface="+mn-ea"/>
                <a:cs typeface="+mn-cs"/>
                <a:sym typeface="+mn-lt"/>
              </a:defRPr>
            </a:lvl1pPr>
          </a:lstStyle>
          <a:p>
            <a:endParaRPr lang="ar-AE" dirty="0"/>
          </a:p>
        </p:txBody>
      </p:sp>
      <p:sp>
        <p:nvSpPr>
          <p:cNvPr id="7" name="Title 1"/>
          <p:cNvSpPr>
            <a:spLocks noGrp="1"/>
          </p:cNvSpPr>
          <p:nvPr>
            <p:ph type="title" hasCustomPrompt="1"/>
          </p:nvPr>
        </p:nvSpPr>
        <p:spPr bwMode="blackWhite">
          <a:xfrm>
            <a:off x="630000" y="3826800"/>
            <a:ext cx="10936800" cy="2041200"/>
          </a:xfrm>
        </p:spPr>
        <p:txBody>
          <a:bodyPr vert="horz" anchor="t">
            <a:noAutofit/>
          </a:bodyPr>
          <a:lstStyle>
            <a:lvl1pPr rtl="1">
              <a:defRPr sz="5400">
                <a:solidFill>
                  <a:schemeClr val="tx2"/>
                </a:solidFill>
                <a:latin typeface="+mj-lt"/>
                <a:ea typeface="+mj-ea"/>
                <a:cs typeface="+mj-cs"/>
                <a:sym typeface="+mj-lt"/>
              </a:defRPr>
            </a:lvl1pPr>
          </a:lstStyle>
          <a:p>
            <a:r>
              <a:rPr lang="ar-AE" dirty="0"/>
              <a:t>انقر لإضافة عنوان القسم</a:t>
            </a:r>
          </a:p>
        </p:txBody>
      </p:sp>
      <p:cxnSp>
        <p:nvCxnSpPr>
          <p:cNvPr id="10" name="Straight Connector 9"/>
          <p:cNvCxnSpPr/>
          <p:nvPr userDrawn="1"/>
        </p:nvCxnSpPr>
        <p:spPr bwMode="white">
          <a:xfrm>
            <a:off x="0" y="3680016"/>
            <a:ext cx="11558587" cy="0"/>
          </a:xfrm>
          <a:prstGeom prst="line">
            <a:avLst/>
          </a:prstGeom>
          <a:ln w="19050" cap="flat" cmpd="sng" algn="ctr">
            <a:solidFill>
              <a:srgbClr val="005B4F"/>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spTree>
    <p:extLst>
      <p:ext uri="{BB962C8B-B14F-4D97-AF65-F5344CB8AC3E}">
        <p14:creationId xmlns:p14="http://schemas.microsoft.com/office/powerpoint/2010/main" val="3614769746"/>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9715348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3"/>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2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grpSp>
        <p:nvGrpSpPr>
          <p:cNvPr id="2" name="Group 1"/>
          <p:cNvGrpSpPr/>
          <p:nvPr userDrawn="1"/>
        </p:nvGrpSpPr>
        <p:grpSpPr>
          <a:xfrm flipH="1">
            <a:off x="7710055" y="0"/>
            <a:ext cx="4481945" cy="6858000"/>
            <a:chOff x="0" y="0"/>
            <a:chExt cx="4481945" cy="6858000"/>
          </a:xfrm>
        </p:grpSpPr>
        <p:pic>
          <p:nvPicPr>
            <p:cNvPr id="10" name="Picture 9"/>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24" name="Rectangle 23"/>
            <p:cNvSpPr/>
            <p:nvPr userDrawn="1"/>
          </p:nvSpPr>
          <p:spPr bwMode="white">
            <a:xfrm>
              <a:off x="0" y="0"/>
              <a:ext cx="407950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r" rtl="1" eaLnBrk="1"/>
              <a:endParaRPr lang="ar-AE" sz="1200" dirty="0">
                <a:solidFill>
                  <a:schemeClr val="bg1"/>
                </a:solidFill>
                <a:latin typeface="+mn-lt"/>
                <a:ea typeface="+mn-ea"/>
                <a:cs typeface="+mn-cs"/>
                <a:sym typeface="+mn-lt"/>
              </a:endParaRPr>
            </a:p>
          </p:txBody>
        </p:sp>
      </p:grpSp>
      <p:sp>
        <p:nvSpPr>
          <p:cNvPr id="25" name="Title 4"/>
          <p:cNvSpPr>
            <a:spLocks noGrp="1"/>
          </p:cNvSpPr>
          <p:nvPr>
            <p:ph type="title" hasCustomPrompt="1"/>
          </p:nvPr>
        </p:nvSpPr>
        <p:spPr>
          <a:xfrm>
            <a:off x="8435318" y="2681103"/>
            <a:ext cx="3127881" cy="1495794"/>
          </a:xfrm>
          <a:prstGeom prst="rect">
            <a:avLst/>
          </a:prstGeom>
        </p:spPr>
        <p:txBody>
          <a:bodyPr vert="horz" anchor="ctr">
            <a:noAutofit/>
          </a:bodyPr>
          <a:lstStyle>
            <a:lvl1pPr rtl="1">
              <a:defRPr sz="2400">
                <a:solidFill>
                  <a:srgbClr val="005B4F"/>
                </a:solidFill>
                <a:latin typeface="+mj-lt"/>
                <a:ea typeface="+mj-ea"/>
                <a:cs typeface="+mj-cs"/>
                <a:sym typeface="+mj-lt"/>
              </a:defRPr>
            </a:lvl1pPr>
          </a:lstStyle>
          <a:p>
            <a:r>
              <a:rPr lang="ar-AE" dirty="0"/>
              <a:t>اضغط لإضافة عنوان</a:t>
            </a:r>
          </a:p>
        </p:txBody>
      </p:sp>
      <p:sp>
        <p:nvSpPr>
          <p:cNvPr id="11"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solidFill>
                <a:latin typeface="+mn-lt"/>
                <a:ea typeface="+mn-ea"/>
                <a:cs typeface="+mn-cs"/>
                <a:sym typeface="+mn-lt"/>
              </a:defRPr>
            </a:lvl1pPr>
          </a:lstStyle>
          <a:p>
            <a:endParaRPr lang="ar-AE" dirty="0"/>
          </a:p>
        </p:txBody>
      </p:sp>
      <p:sp>
        <p:nvSpPr>
          <p:cNvPr id="12" name="TextBox 11"/>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sp>
        <p:nvSpPr>
          <p:cNvPr id="14"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grpSp>
        <p:nvGrpSpPr>
          <p:cNvPr id="18" name="Group 17">
            <a:extLst>
              <a:ext uri="{FF2B5EF4-FFF2-40B4-BE49-F238E27FC236}">
                <a16:creationId xmlns:a16="http://schemas.microsoft.com/office/drawing/2014/main" id="{B18D70B0-CDF7-4A08-8398-32C76C27EAE9}"/>
              </a:ext>
            </a:extLst>
          </p:cNvPr>
          <p:cNvGrpSpPr/>
          <p:nvPr userDrawn="1"/>
        </p:nvGrpSpPr>
        <p:grpSpPr>
          <a:xfrm>
            <a:off x="170182" y="85030"/>
            <a:ext cx="1271837" cy="432854"/>
            <a:chOff x="170182" y="85030"/>
            <a:chExt cx="1271837" cy="432854"/>
          </a:xfrm>
        </p:grpSpPr>
        <p:pic>
          <p:nvPicPr>
            <p:cNvPr id="19" name="Picture 18">
              <a:extLst>
                <a:ext uri="{FF2B5EF4-FFF2-40B4-BE49-F238E27FC236}">
                  <a16:creationId xmlns:a16="http://schemas.microsoft.com/office/drawing/2014/main" id="{40FA0E24-C142-4853-B85C-440312568C02}"/>
                </a:ext>
              </a:extLst>
            </p:cNvPr>
            <p:cNvPicPr>
              <a:picLocks noChangeAspect="1"/>
            </p:cNvPicPr>
            <p:nvPr userDrawn="1"/>
          </p:nvPicPr>
          <p:blipFill rotWithShape="1">
            <a:blip r:embed="rId8"/>
            <a:srcRect l="67485" r="3467"/>
            <a:stretch/>
          </p:blipFill>
          <p:spPr>
            <a:xfrm>
              <a:off x="170182" y="89345"/>
              <a:ext cx="343503" cy="348186"/>
            </a:xfrm>
            <a:prstGeom prst="rect">
              <a:avLst/>
            </a:prstGeom>
          </p:spPr>
        </p:pic>
        <p:pic>
          <p:nvPicPr>
            <p:cNvPr id="20" name="Picture 19">
              <a:extLst>
                <a:ext uri="{FF2B5EF4-FFF2-40B4-BE49-F238E27FC236}">
                  <a16:creationId xmlns:a16="http://schemas.microsoft.com/office/drawing/2014/main" id="{B93CC9B7-1EF2-45E3-A833-7D397E48829A}"/>
                </a:ext>
              </a:extLst>
            </p:cNvPr>
            <p:cNvPicPr>
              <a:picLocks noChangeAspect="1"/>
            </p:cNvPicPr>
            <p:nvPr userDrawn="1"/>
          </p:nvPicPr>
          <p:blipFill rotWithShape="1">
            <a:blip r:embed="rId8"/>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26258979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ext uri="{D42A27DB-BD31-4B8C-83A1-F6EECF244321}">
                <p14:modId xmlns:p14="http://schemas.microsoft.com/office/powerpoint/2010/main" val="30064259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3"/>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2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pic>
        <p:nvPicPr>
          <p:cNvPr id="10" name="Picture 9"/>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H="1" flipV="1">
            <a:off x="4609443" y="0"/>
            <a:ext cx="416951" cy="6858000"/>
          </a:xfrm>
          <a:prstGeom prst="rect">
            <a:avLst/>
          </a:prstGeom>
        </p:spPr>
      </p:pic>
      <p:sp>
        <p:nvSpPr>
          <p:cNvPr id="14" name="Rectangle 13"/>
          <p:cNvSpPr/>
          <p:nvPr userDrawn="1"/>
        </p:nvSpPr>
        <p:spPr bwMode="white">
          <a:xfrm flipH="1">
            <a:off x="5020044" y="0"/>
            <a:ext cx="7171956"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r" rtl="1" eaLnBrk="1"/>
            <a:endParaRPr lang="ar-AE" sz="1200" dirty="0">
              <a:solidFill>
                <a:schemeClr val="bg1"/>
              </a:solidFill>
              <a:latin typeface="+mn-lt"/>
              <a:ea typeface="+mn-ea"/>
              <a:cs typeface="+mn-cs"/>
              <a:sym typeface="+mn-lt"/>
            </a:endParaRPr>
          </a:p>
        </p:txBody>
      </p:sp>
      <p:sp>
        <p:nvSpPr>
          <p:cNvPr id="2" name="Title 1"/>
          <p:cNvSpPr>
            <a:spLocks noGrp="1"/>
          </p:cNvSpPr>
          <p:nvPr userDrawn="1">
            <p:ph type="title" hasCustomPrompt="1"/>
          </p:nvPr>
        </p:nvSpPr>
        <p:spPr>
          <a:xfrm>
            <a:off x="5286671" y="622800"/>
            <a:ext cx="6276529" cy="341632"/>
          </a:xfrm>
          <a:prstGeom prst="rect">
            <a:avLst/>
          </a:prstGeom>
        </p:spPr>
        <p:txBody>
          <a:bodyPr vert="horz"/>
          <a:lstStyle>
            <a:lvl1pPr rtl="1">
              <a:defRPr>
                <a:solidFill>
                  <a:srgbClr val="005B4F"/>
                </a:solidFill>
                <a:latin typeface="+mj-lt"/>
                <a:ea typeface="+mj-ea"/>
                <a:cs typeface="+mj-cs"/>
                <a:sym typeface="+mj-lt"/>
              </a:defRPr>
            </a:lvl1pPr>
          </a:lstStyle>
          <a:p>
            <a:r>
              <a:rPr lang="ar-AE" dirty="0"/>
              <a:t>اضغط لإضافة عنوان</a:t>
            </a:r>
          </a:p>
        </p:txBody>
      </p:sp>
      <p:sp>
        <p:nvSpPr>
          <p:cNvPr id="11"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solidFill>
                <a:latin typeface="+mn-lt"/>
                <a:ea typeface="+mn-ea"/>
                <a:cs typeface="+mn-cs"/>
                <a:sym typeface="+mn-lt"/>
              </a:defRPr>
            </a:lvl1pPr>
          </a:lstStyle>
          <a:p>
            <a:endParaRPr lang="ar-AE" dirty="0"/>
          </a:p>
        </p:txBody>
      </p:sp>
      <p:sp>
        <p:nvSpPr>
          <p:cNvPr id="12" name="TextBox 11"/>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sp>
        <p:nvSpPr>
          <p:cNvPr id="15"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grpSp>
        <p:nvGrpSpPr>
          <p:cNvPr id="19" name="Group 18">
            <a:extLst>
              <a:ext uri="{FF2B5EF4-FFF2-40B4-BE49-F238E27FC236}">
                <a16:creationId xmlns:a16="http://schemas.microsoft.com/office/drawing/2014/main" id="{4702CEF0-A277-4E6C-B6B7-168D203A19F0}"/>
              </a:ext>
            </a:extLst>
          </p:cNvPr>
          <p:cNvGrpSpPr/>
          <p:nvPr userDrawn="1"/>
        </p:nvGrpSpPr>
        <p:grpSpPr>
          <a:xfrm>
            <a:off x="170182" y="85030"/>
            <a:ext cx="1271837" cy="432854"/>
            <a:chOff x="170182" y="85030"/>
            <a:chExt cx="1271837" cy="432854"/>
          </a:xfrm>
        </p:grpSpPr>
        <p:pic>
          <p:nvPicPr>
            <p:cNvPr id="20" name="Picture 19">
              <a:extLst>
                <a:ext uri="{FF2B5EF4-FFF2-40B4-BE49-F238E27FC236}">
                  <a16:creationId xmlns:a16="http://schemas.microsoft.com/office/drawing/2014/main" id="{A0EC5C48-F349-4BB3-BD7C-5256FCD25414}"/>
                </a:ext>
              </a:extLst>
            </p:cNvPr>
            <p:cNvPicPr>
              <a:picLocks noChangeAspect="1"/>
            </p:cNvPicPr>
            <p:nvPr userDrawn="1"/>
          </p:nvPicPr>
          <p:blipFill rotWithShape="1">
            <a:blip r:embed="rId8"/>
            <a:srcRect l="67485" r="3467"/>
            <a:stretch/>
          </p:blipFill>
          <p:spPr>
            <a:xfrm>
              <a:off x="170182" y="89345"/>
              <a:ext cx="343503" cy="348186"/>
            </a:xfrm>
            <a:prstGeom prst="rect">
              <a:avLst/>
            </a:prstGeom>
          </p:spPr>
        </p:pic>
        <p:pic>
          <p:nvPicPr>
            <p:cNvPr id="21" name="Picture 20">
              <a:extLst>
                <a:ext uri="{FF2B5EF4-FFF2-40B4-BE49-F238E27FC236}">
                  <a16:creationId xmlns:a16="http://schemas.microsoft.com/office/drawing/2014/main" id="{CBE31C67-0519-4788-8AC2-BBC423E8F27C}"/>
                </a:ext>
              </a:extLst>
            </p:cNvPr>
            <p:cNvPicPr>
              <a:picLocks noChangeAspect="1"/>
            </p:cNvPicPr>
            <p:nvPr userDrawn="1"/>
          </p:nvPicPr>
          <p:blipFill rotWithShape="1">
            <a:blip r:embed="rId8"/>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39200237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ext uri="{D42A27DB-BD31-4B8C-83A1-F6EECF244321}">
                <p14:modId xmlns:p14="http://schemas.microsoft.com/office/powerpoint/2010/main" val="14905171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3"/>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2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grpSp>
        <p:nvGrpSpPr>
          <p:cNvPr id="3" name="Group 2"/>
          <p:cNvGrpSpPr/>
          <p:nvPr userDrawn="1"/>
        </p:nvGrpSpPr>
        <p:grpSpPr>
          <a:xfrm flipH="1">
            <a:off x="2745803" y="0"/>
            <a:ext cx="9446197" cy="6858000"/>
            <a:chOff x="0" y="0"/>
            <a:chExt cx="9446197" cy="6858000"/>
          </a:xfrm>
        </p:grpSpPr>
        <p:pic>
          <p:nvPicPr>
            <p:cNvPr id="16" name="Picture 15"/>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r" rtl="1" eaLnBrk="1"/>
              <a:endParaRPr lang="ar-AE" sz="1200" dirty="0">
                <a:solidFill>
                  <a:schemeClr val="bg1"/>
                </a:solidFill>
                <a:latin typeface="+mn-lt"/>
                <a:ea typeface="+mn-ea"/>
                <a:cs typeface="+mn-cs"/>
                <a:sym typeface="+mn-lt"/>
              </a:endParaRPr>
            </a:p>
          </p:txBody>
        </p:sp>
      </p:grpSp>
      <p:sp>
        <p:nvSpPr>
          <p:cNvPr id="2" name="Title 1"/>
          <p:cNvSpPr>
            <a:spLocks noGrp="1"/>
          </p:cNvSpPr>
          <p:nvPr>
            <p:ph type="title" hasCustomPrompt="1"/>
          </p:nvPr>
        </p:nvSpPr>
        <p:spPr>
          <a:xfrm>
            <a:off x="3461616" y="622800"/>
            <a:ext cx="8101584" cy="341632"/>
          </a:xfrm>
          <a:prstGeom prst="rect">
            <a:avLst/>
          </a:prstGeom>
        </p:spPr>
        <p:txBody>
          <a:bodyPr vert="horz"/>
          <a:lstStyle>
            <a:lvl1pPr rtl="1">
              <a:defRPr>
                <a:solidFill>
                  <a:srgbClr val="005B4F"/>
                </a:solidFill>
                <a:latin typeface="+mj-lt"/>
                <a:ea typeface="+mj-ea"/>
                <a:cs typeface="+mj-cs"/>
                <a:sym typeface="+mj-lt"/>
              </a:defRPr>
            </a:lvl1pPr>
          </a:lstStyle>
          <a:p>
            <a:r>
              <a:rPr lang="ar-AE" dirty="0"/>
              <a:t>اضغط لإضافة عنوان</a:t>
            </a:r>
          </a:p>
        </p:txBody>
      </p:sp>
      <p:sp>
        <p:nvSpPr>
          <p:cNvPr id="11"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solidFill>
                <a:latin typeface="+mn-lt"/>
                <a:ea typeface="+mn-ea"/>
                <a:cs typeface="+mn-cs"/>
                <a:sym typeface="+mn-lt"/>
              </a:defRPr>
            </a:lvl1pPr>
          </a:lstStyle>
          <a:p>
            <a:endParaRPr lang="ar-AE" dirty="0"/>
          </a:p>
        </p:txBody>
      </p:sp>
      <p:sp>
        <p:nvSpPr>
          <p:cNvPr id="12" name="TextBox 11"/>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sp>
        <p:nvSpPr>
          <p:cNvPr id="14"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grpSp>
        <p:nvGrpSpPr>
          <p:cNvPr id="19" name="Group 18">
            <a:extLst>
              <a:ext uri="{FF2B5EF4-FFF2-40B4-BE49-F238E27FC236}">
                <a16:creationId xmlns:a16="http://schemas.microsoft.com/office/drawing/2014/main" id="{D2BEA9DB-526E-406D-A9DC-A0D8A38F45D8}"/>
              </a:ext>
            </a:extLst>
          </p:cNvPr>
          <p:cNvGrpSpPr/>
          <p:nvPr userDrawn="1"/>
        </p:nvGrpSpPr>
        <p:grpSpPr>
          <a:xfrm>
            <a:off x="170182" y="85030"/>
            <a:ext cx="1271837" cy="432854"/>
            <a:chOff x="170182" y="85030"/>
            <a:chExt cx="1271837" cy="432854"/>
          </a:xfrm>
        </p:grpSpPr>
        <p:pic>
          <p:nvPicPr>
            <p:cNvPr id="20" name="Picture 19">
              <a:extLst>
                <a:ext uri="{FF2B5EF4-FFF2-40B4-BE49-F238E27FC236}">
                  <a16:creationId xmlns:a16="http://schemas.microsoft.com/office/drawing/2014/main" id="{E1E9A6D9-4A04-4662-B976-31146FC69A33}"/>
                </a:ext>
              </a:extLst>
            </p:cNvPr>
            <p:cNvPicPr>
              <a:picLocks noChangeAspect="1"/>
            </p:cNvPicPr>
            <p:nvPr userDrawn="1"/>
          </p:nvPicPr>
          <p:blipFill rotWithShape="1">
            <a:blip r:embed="rId8"/>
            <a:srcRect l="67485" r="3467"/>
            <a:stretch/>
          </p:blipFill>
          <p:spPr>
            <a:xfrm>
              <a:off x="170182" y="89345"/>
              <a:ext cx="343503" cy="348186"/>
            </a:xfrm>
            <a:prstGeom prst="rect">
              <a:avLst/>
            </a:prstGeom>
          </p:spPr>
        </p:pic>
        <p:pic>
          <p:nvPicPr>
            <p:cNvPr id="21" name="Picture 20">
              <a:extLst>
                <a:ext uri="{FF2B5EF4-FFF2-40B4-BE49-F238E27FC236}">
                  <a16:creationId xmlns:a16="http://schemas.microsoft.com/office/drawing/2014/main" id="{8283D2DA-53FB-4F4D-A9D7-4D1AF2AE7557}"/>
                </a:ext>
              </a:extLst>
            </p:cNvPr>
            <p:cNvPicPr>
              <a:picLocks noChangeAspect="1"/>
            </p:cNvPicPr>
            <p:nvPr userDrawn="1"/>
          </p:nvPicPr>
          <p:blipFill rotWithShape="1">
            <a:blip r:embed="rId8"/>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16110259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2701445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3"/>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2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sp>
        <p:nvSpPr>
          <p:cNvPr id="24" name="Title 4"/>
          <p:cNvSpPr>
            <a:spLocks noGrp="1"/>
          </p:cNvSpPr>
          <p:nvPr>
            <p:ph type="title" hasCustomPrompt="1"/>
          </p:nvPr>
        </p:nvSpPr>
        <p:spPr>
          <a:xfrm>
            <a:off x="8435318" y="2681103"/>
            <a:ext cx="3127881" cy="1495794"/>
          </a:xfrm>
          <a:prstGeom prst="rect">
            <a:avLst/>
          </a:prstGeom>
        </p:spPr>
        <p:txBody>
          <a:bodyPr vert="horz" anchor="ctr">
            <a:noAutofit/>
          </a:bodyPr>
          <a:lstStyle>
            <a:lvl1pPr rtl="1">
              <a:defRPr sz="2400">
                <a:solidFill>
                  <a:schemeClr val="bg1"/>
                </a:solidFill>
                <a:latin typeface="+mj-lt"/>
                <a:ea typeface="+mj-ea"/>
                <a:cs typeface="+mj-cs"/>
                <a:sym typeface="+mj-lt"/>
              </a:defRPr>
            </a:lvl1pPr>
          </a:lstStyle>
          <a:p>
            <a:r>
              <a:rPr lang="ar-AE" dirty="0"/>
              <a:t>اضغط لإضافة عنوان</a:t>
            </a:r>
          </a:p>
        </p:txBody>
      </p:sp>
      <p:grpSp>
        <p:nvGrpSpPr>
          <p:cNvPr id="2" name="Group 1"/>
          <p:cNvGrpSpPr/>
          <p:nvPr userDrawn="1"/>
        </p:nvGrpSpPr>
        <p:grpSpPr>
          <a:xfrm flipH="1">
            <a:off x="0" y="-1309"/>
            <a:ext cx="8520932" cy="6859309"/>
            <a:chOff x="3671068" y="-1309"/>
            <a:chExt cx="8520932" cy="6859309"/>
          </a:xfrm>
        </p:grpSpPr>
        <p:pic>
          <p:nvPicPr>
            <p:cNvPr id="23" name="Picture 22"/>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r" rtl="1" eaLnBrk="1"/>
              <a:endParaRPr lang="ar-AE" sz="1200" dirty="0">
                <a:solidFill>
                  <a:schemeClr val="bg1"/>
                </a:solidFill>
                <a:latin typeface="+mn-lt"/>
                <a:ea typeface="+mn-ea"/>
                <a:cs typeface="+mn-cs"/>
                <a:sym typeface="+mn-lt"/>
              </a:endParaRPr>
            </a:p>
          </p:txBody>
        </p:sp>
      </p:grpSp>
      <p:sp>
        <p:nvSpPr>
          <p:cNvPr id="11"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lumMod val="50000"/>
                  </a:schemeClr>
                </a:solidFill>
                <a:latin typeface="+mn-lt"/>
                <a:ea typeface="+mn-ea"/>
                <a:cs typeface="+mn-cs"/>
                <a:sym typeface="+mn-lt"/>
              </a:defRPr>
            </a:lvl1pPr>
          </a:lstStyle>
          <a:p>
            <a:endParaRPr lang="ar-AE" dirty="0"/>
          </a:p>
        </p:txBody>
      </p:sp>
      <p:sp>
        <p:nvSpPr>
          <p:cNvPr id="12" name="TextBox 11"/>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lumMod val="50000"/>
                  </a:schemeClr>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lumMod val="50000"/>
                </a:schemeClr>
              </a:solidFill>
              <a:latin typeface="+mn-lt"/>
              <a:ea typeface="+mn-ea"/>
              <a:cs typeface="+mn-cs"/>
              <a:sym typeface="+mn-lt"/>
            </a:endParaRPr>
          </a:p>
        </p:txBody>
      </p:sp>
      <p:sp>
        <p:nvSpPr>
          <p:cNvPr id="15"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14" name="Group 13">
            <a:extLst>
              <a:ext uri="{FF2B5EF4-FFF2-40B4-BE49-F238E27FC236}">
                <a16:creationId xmlns:a16="http://schemas.microsoft.com/office/drawing/2014/main" id="{671B92E3-7BFB-4D9F-A8AC-8E1DF1C8081D}"/>
              </a:ext>
            </a:extLst>
          </p:cNvPr>
          <p:cNvGrpSpPr/>
          <p:nvPr userDrawn="1"/>
        </p:nvGrpSpPr>
        <p:grpSpPr>
          <a:xfrm>
            <a:off x="170182" y="86876"/>
            <a:ext cx="1306195" cy="432854"/>
            <a:chOff x="170182" y="86876"/>
            <a:chExt cx="1306195" cy="432854"/>
          </a:xfrm>
        </p:grpSpPr>
        <p:pic>
          <p:nvPicPr>
            <p:cNvPr id="16" name="Picture 15">
              <a:extLst>
                <a:ext uri="{FF2B5EF4-FFF2-40B4-BE49-F238E27FC236}">
                  <a16:creationId xmlns:a16="http://schemas.microsoft.com/office/drawing/2014/main" id="{22562809-5254-47A3-AE2F-1B23966C47F8}"/>
                </a:ext>
              </a:extLst>
            </p:cNvPr>
            <p:cNvPicPr>
              <a:picLocks noChangeAspect="1"/>
            </p:cNvPicPr>
            <p:nvPr userDrawn="1"/>
          </p:nvPicPr>
          <p:blipFill rotWithShape="1">
            <a:blip r:embed="rId8"/>
            <a:srcRect r="33081"/>
            <a:stretch/>
          </p:blipFill>
          <p:spPr>
            <a:xfrm>
              <a:off x="493159" y="86876"/>
              <a:ext cx="983218" cy="432854"/>
            </a:xfrm>
            <a:prstGeom prst="rect">
              <a:avLst/>
            </a:prstGeom>
          </p:spPr>
        </p:pic>
        <p:pic>
          <p:nvPicPr>
            <p:cNvPr id="17" name="Picture 16">
              <a:extLst>
                <a:ext uri="{FF2B5EF4-FFF2-40B4-BE49-F238E27FC236}">
                  <a16:creationId xmlns:a16="http://schemas.microsoft.com/office/drawing/2014/main" id="{6CB976FC-E516-41CF-815D-F9029830BFD4}"/>
                </a:ext>
              </a:extLst>
            </p:cNvPr>
            <p:cNvPicPr>
              <a:picLocks noChangeAspect="1"/>
            </p:cNvPicPr>
            <p:nvPr userDrawn="1"/>
          </p:nvPicPr>
          <p:blipFill rotWithShape="1">
            <a:blip r:embed="rId8"/>
            <a:srcRect l="67278"/>
            <a:stretch/>
          </p:blipFill>
          <p:spPr>
            <a:xfrm>
              <a:off x="170182" y="89345"/>
              <a:ext cx="386728" cy="348186"/>
            </a:xfrm>
            <a:prstGeom prst="rect">
              <a:avLst/>
            </a:prstGeom>
          </p:spPr>
        </p:pic>
      </p:grpSp>
    </p:spTree>
    <p:extLst>
      <p:ext uri="{BB962C8B-B14F-4D97-AF65-F5344CB8AC3E}">
        <p14:creationId xmlns:p14="http://schemas.microsoft.com/office/powerpoint/2010/main" val="16395062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3574237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3"/>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4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grpSp>
        <p:nvGrpSpPr>
          <p:cNvPr id="2" name="Group 1"/>
          <p:cNvGrpSpPr/>
          <p:nvPr userDrawn="1"/>
        </p:nvGrpSpPr>
        <p:grpSpPr>
          <a:xfrm flipH="1">
            <a:off x="0" y="0"/>
            <a:ext cx="6502418" cy="6858000"/>
            <a:chOff x="5689582" y="0"/>
            <a:chExt cx="6502418" cy="6858000"/>
          </a:xfrm>
        </p:grpSpPr>
        <p:pic>
          <p:nvPicPr>
            <p:cNvPr id="10" name="Picture 9"/>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rtl="1" eaLnBrk="1">
                <a:lnSpc>
                  <a:spcPct val="90000"/>
                </a:lnSpc>
                <a:spcAft>
                  <a:spcPts val="1000"/>
                </a:spcAft>
              </a:pPr>
              <a:endParaRPr lang="ar-AE" sz="1200" dirty="0">
                <a:solidFill>
                  <a:schemeClr val="bg1"/>
                </a:solidFill>
                <a:latin typeface="+mn-lt"/>
                <a:ea typeface="+mn-ea"/>
                <a:cs typeface="+mn-cs"/>
                <a:sym typeface="+mn-lt"/>
              </a:endParaRPr>
            </a:p>
          </p:txBody>
        </p:sp>
      </p:grpSp>
      <p:sp>
        <p:nvSpPr>
          <p:cNvPr id="12" name="Picture Placeholder 18"/>
          <p:cNvSpPr>
            <a:spLocks noGrp="1"/>
          </p:cNvSpPr>
          <p:nvPr>
            <p:ph type="pic" sz="quarter" idx="14" hasCustomPrompt="1"/>
          </p:nvPr>
        </p:nvSpPr>
        <p:spPr>
          <a:xfrm>
            <a:off x="0" y="0"/>
            <a:ext cx="6099977" cy="6858000"/>
          </a:xfrm>
          <a:prstGeom prst="rect">
            <a:avLst/>
          </a:prstGeom>
          <a:noFill/>
        </p:spPr>
        <p:txBody>
          <a:bodyPr lIns="914400" tIns="914400" rIns="914400" bIns="914400"/>
          <a:lstStyle>
            <a:lvl1pPr algn="ctr" rtl="1">
              <a:defRPr sz="1800" baseline="0">
                <a:latin typeface="+mn-lt"/>
                <a:ea typeface="+mn-ea"/>
                <a:cs typeface="+mn-cs"/>
                <a:sym typeface="+mn-lt"/>
              </a:defRPr>
            </a:lvl1pPr>
          </a:lstStyle>
          <a:p>
            <a:r>
              <a:rPr lang="ar-AE"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7174799" y="1785600"/>
            <a:ext cx="4388400" cy="3286800"/>
          </a:xfrm>
          <a:prstGeom prst="rect">
            <a:avLst/>
          </a:prstGeom>
          <a:noFill/>
        </p:spPr>
        <p:txBody>
          <a:bodyPr vert="horz" wrap="square" lIns="320040" tIns="0" rIns="0" bIns="0" anchor="ctr">
            <a:noAutofit/>
          </a:bodyPr>
          <a:lstStyle>
            <a:lvl1pPr rtl="1">
              <a:defRPr sz="4400">
                <a:solidFill>
                  <a:schemeClr val="bg1"/>
                </a:solidFill>
                <a:latin typeface="+mj-lt"/>
                <a:ea typeface="+mj-ea"/>
                <a:cs typeface="+mj-cs"/>
                <a:sym typeface="+mj-lt"/>
              </a:defRPr>
            </a:lvl1pPr>
          </a:lstStyle>
          <a:p>
            <a:r>
              <a:rPr lang="ar-AE" dirty="0"/>
              <a:t>اضغط لإضافة عنوان</a:t>
            </a:r>
          </a:p>
        </p:txBody>
      </p:sp>
      <p:sp>
        <p:nvSpPr>
          <p:cNvPr id="16"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lumMod val="50000"/>
                  </a:schemeClr>
                </a:solidFill>
                <a:latin typeface="+mn-lt"/>
                <a:ea typeface="+mn-ea"/>
                <a:cs typeface="+mn-cs"/>
                <a:sym typeface="+mn-lt"/>
              </a:defRPr>
            </a:lvl1pPr>
          </a:lstStyle>
          <a:p>
            <a:endParaRPr lang="ar-AE" dirty="0"/>
          </a:p>
        </p:txBody>
      </p:sp>
      <p:sp>
        <p:nvSpPr>
          <p:cNvPr id="18" name="TextBox 17"/>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lumMod val="50000"/>
                  </a:schemeClr>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lumMod val="50000"/>
                </a:schemeClr>
              </a:solidFill>
              <a:latin typeface="+mn-lt"/>
              <a:ea typeface="+mn-ea"/>
              <a:cs typeface="+mn-cs"/>
              <a:sym typeface="+mn-lt"/>
            </a:endParaRPr>
          </a:p>
        </p:txBody>
      </p:sp>
      <p:sp>
        <p:nvSpPr>
          <p:cNvPr id="15"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17" name="Group 16">
            <a:extLst>
              <a:ext uri="{FF2B5EF4-FFF2-40B4-BE49-F238E27FC236}">
                <a16:creationId xmlns:a16="http://schemas.microsoft.com/office/drawing/2014/main" id="{D81571AB-3149-4135-88BC-B6B40904882B}"/>
              </a:ext>
            </a:extLst>
          </p:cNvPr>
          <p:cNvGrpSpPr/>
          <p:nvPr userDrawn="1"/>
        </p:nvGrpSpPr>
        <p:grpSpPr>
          <a:xfrm>
            <a:off x="170182" y="86876"/>
            <a:ext cx="1306195" cy="432854"/>
            <a:chOff x="170182" y="86876"/>
            <a:chExt cx="1306195" cy="432854"/>
          </a:xfrm>
        </p:grpSpPr>
        <p:pic>
          <p:nvPicPr>
            <p:cNvPr id="19" name="Picture 18">
              <a:extLst>
                <a:ext uri="{FF2B5EF4-FFF2-40B4-BE49-F238E27FC236}">
                  <a16:creationId xmlns:a16="http://schemas.microsoft.com/office/drawing/2014/main" id="{5E61205D-1AE1-4B91-8242-9A605BD00188}"/>
                </a:ext>
              </a:extLst>
            </p:cNvPr>
            <p:cNvPicPr>
              <a:picLocks noChangeAspect="1"/>
            </p:cNvPicPr>
            <p:nvPr userDrawn="1"/>
          </p:nvPicPr>
          <p:blipFill rotWithShape="1">
            <a:blip r:embed="rId8"/>
            <a:srcRect r="33081"/>
            <a:stretch/>
          </p:blipFill>
          <p:spPr>
            <a:xfrm>
              <a:off x="493159" y="86876"/>
              <a:ext cx="983218" cy="432854"/>
            </a:xfrm>
            <a:prstGeom prst="rect">
              <a:avLst/>
            </a:prstGeom>
          </p:spPr>
        </p:pic>
        <p:pic>
          <p:nvPicPr>
            <p:cNvPr id="20" name="Picture 19">
              <a:extLst>
                <a:ext uri="{FF2B5EF4-FFF2-40B4-BE49-F238E27FC236}">
                  <a16:creationId xmlns:a16="http://schemas.microsoft.com/office/drawing/2014/main" id="{ABB74937-2038-45E6-A857-BFCE3506C4EF}"/>
                </a:ext>
              </a:extLst>
            </p:cNvPr>
            <p:cNvPicPr>
              <a:picLocks noChangeAspect="1"/>
            </p:cNvPicPr>
            <p:nvPr userDrawn="1"/>
          </p:nvPicPr>
          <p:blipFill rotWithShape="1">
            <a:blip r:embed="rId8"/>
            <a:srcRect l="67278"/>
            <a:stretch/>
          </p:blipFill>
          <p:spPr>
            <a:xfrm>
              <a:off x="170182" y="89345"/>
              <a:ext cx="386728" cy="348186"/>
            </a:xfrm>
            <a:prstGeom prst="rect">
              <a:avLst/>
            </a:prstGeom>
          </p:spPr>
        </p:pic>
      </p:grpSp>
    </p:spTree>
    <p:extLst>
      <p:ext uri="{BB962C8B-B14F-4D97-AF65-F5344CB8AC3E}">
        <p14:creationId xmlns:p14="http://schemas.microsoft.com/office/powerpoint/2010/main" val="18135931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22977641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3"/>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4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grpSp>
        <p:nvGrpSpPr>
          <p:cNvPr id="2" name="Group 1"/>
          <p:cNvGrpSpPr/>
          <p:nvPr userDrawn="1"/>
        </p:nvGrpSpPr>
        <p:grpSpPr>
          <a:xfrm flipH="1">
            <a:off x="0" y="0"/>
            <a:ext cx="4782151" cy="6858000"/>
            <a:chOff x="7409849" y="0"/>
            <a:chExt cx="4782151" cy="6858000"/>
          </a:xfrm>
        </p:grpSpPr>
        <p:pic>
          <p:nvPicPr>
            <p:cNvPr id="10" name="Picture 9"/>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r" rtl="1" eaLnBrk="1"/>
              <a:endParaRPr lang="ar-AE" sz="1200" dirty="0">
                <a:solidFill>
                  <a:schemeClr val="bg1"/>
                </a:solidFill>
                <a:latin typeface="+mn-lt"/>
                <a:ea typeface="+mn-ea"/>
                <a:cs typeface="+mn-cs"/>
                <a:sym typeface="+mn-lt"/>
              </a:endParaRPr>
            </a:p>
          </p:txBody>
        </p:sp>
      </p:grpSp>
      <p:sp>
        <p:nvSpPr>
          <p:cNvPr id="12" name="Picture Placeholder 5"/>
          <p:cNvSpPr>
            <a:spLocks noGrp="1"/>
          </p:cNvSpPr>
          <p:nvPr>
            <p:ph type="pic" sz="quarter" idx="11" hasCustomPrompt="1"/>
          </p:nvPr>
        </p:nvSpPr>
        <p:spPr>
          <a:xfrm>
            <a:off x="0" y="0"/>
            <a:ext cx="4371975" cy="6858000"/>
          </a:xfrm>
          <a:prstGeom prst="rect">
            <a:avLst/>
          </a:prstGeom>
          <a:noFill/>
        </p:spPr>
        <p:txBody>
          <a:bodyPr lIns="182880" tIns="914400" rIns="182880" bIns="914400"/>
          <a:lstStyle>
            <a:lvl1pPr algn="ctr" rtl="1">
              <a:defRPr sz="1600">
                <a:solidFill>
                  <a:schemeClr val="tx1"/>
                </a:solidFill>
                <a:latin typeface="+mn-lt"/>
                <a:ea typeface="+mn-ea"/>
                <a:cs typeface="+mn-cs"/>
                <a:sym typeface="+mn-lt"/>
              </a:defRPr>
            </a:lvl1pPr>
          </a:lstStyle>
          <a:p>
            <a:r>
              <a:rPr lang="ar-AE" dirty="0"/>
              <a:t>Click icon below to insert an image or remove this placeholder to use the whitespace in another way</a:t>
            </a:r>
          </a:p>
        </p:txBody>
      </p:sp>
      <p:sp>
        <p:nvSpPr>
          <p:cNvPr id="15" name="Title 1"/>
          <p:cNvSpPr>
            <a:spLocks noGrp="1"/>
          </p:cNvSpPr>
          <p:nvPr>
            <p:ph type="title" hasCustomPrompt="1"/>
          </p:nvPr>
        </p:nvSpPr>
        <p:spPr bwMode="black">
          <a:xfrm>
            <a:off x="5315648" y="1785600"/>
            <a:ext cx="6247552" cy="3286800"/>
          </a:xfrm>
          <a:prstGeom prst="rect">
            <a:avLst/>
          </a:prstGeom>
        </p:spPr>
        <p:txBody>
          <a:bodyPr vert="horz" anchor="ctr">
            <a:noAutofit/>
          </a:bodyPr>
          <a:lstStyle>
            <a:lvl1pPr rtl="1">
              <a:defRPr sz="4400">
                <a:solidFill>
                  <a:schemeClr val="bg1"/>
                </a:solidFill>
                <a:latin typeface="+mj-lt"/>
                <a:ea typeface="+mj-ea"/>
                <a:cs typeface="+mj-cs"/>
                <a:sym typeface="+mj-lt"/>
              </a:defRPr>
            </a:lvl1pPr>
          </a:lstStyle>
          <a:p>
            <a:r>
              <a:rPr lang="ar-AE" dirty="0"/>
              <a:t>اضغط لإضافة عنوان</a:t>
            </a:r>
          </a:p>
        </p:txBody>
      </p:sp>
      <p:sp>
        <p:nvSpPr>
          <p:cNvPr id="16"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lumMod val="50000"/>
                  </a:schemeClr>
                </a:solidFill>
                <a:latin typeface="+mn-lt"/>
                <a:ea typeface="+mn-ea"/>
                <a:cs typeface="+mn-cs"/>
                <a:sym typeface="+mn-lt"/>
              </a:defRPr>
            </a:lvl1pPr>
          </a:lstStyle>
          <a:p>
            <a:endParaRPr lang="ar-AE" dirty="0"/>
          </a:p>
        </p:txBody>
      </p:sp>
      <p:sp>
        <p:nvSpPr>
          <p:cNvPr id="17" name="TextBox 16"/>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lumMod val="50000"/>
                  </a:schemeClr>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lumMod val="50000"/>
                </a:schemeClr>
              </a:solidFill>
              <a:latin typeface="+mn-lt"/>
              <a:ea typeface="+mn-ea"/>
              <a:cs typeface="+mn-cs"/>
              <a:sym typeface="+mn-lt"/>
            </a:endParaRPr>
          </a:p>
        </p:txBody>
      </p:sp>
      <p:sp>
        <p:nvSpPr>
          <p:cNvPr id="18"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14" name="Group 13">
            <a:extLst>
              <a:ext uri="{FF2B5EF4-FFF2-40B4-BE49-F238E27FC236}">
                <a16:creationId xmlns:a16="http://schemas.microsoft.com/office/drawing/2014/main" id="{46AD1593-E6E7-4ED1-8F35-A74260CF8180}"/>
              </a:ext>
            </a:extLst>
          </p:cNvPr>
          <p:cNvGrpSpPr/>
          <p:nvPr userDrawn="1"/>
        </p:nvGrpSpPr>
        <p:grpSpPr>
          <a:xfrm>
            <a:off x="170182" y="86876"/>
            <a:ext cx="1306195" cy="432854"/>
            <a:chOff x="170182" y="86876"/>
            <a:chExt cx="1306195" cy="432854"/>
          </a:xfrm>
        </p:grpSpPr>
        <p:pic>
          <p:nvPicPr>
            <p:cNvPr id="19" name="Picture 18">
              <a:extLst>
                <a:ext uri="{FF2B5EF4-FFF2-40B4-BE49-F238E27FC236}">
                  <a16:creationId xmlns:a16="http://schemas.microsoft.com/office/drawing/2014/main" id="{7B6467A0-6453-4E89-AC7B-CF7934A383C6}"/>
                </a:ext>
              </a:extLst>
            </p:cNvPr>
            <p:cNvPicPr>
              <a:picLocks noChangeAspect="1"/>
            </p:cNvPicPr>
            <p:nvPr userDrawn="1"/>
          </p:nvPicPr>
          <p:blipFill rotWithShape="1">
            <a:blip r:embed="rId8"/>
            <a:srcRect r="33081"/>
            <a:stretch/>
          </p:blipFill>
          <p:spPr>
            <a:xfrm>
              <a:off x="493159" y="86876"/>
              <a:ext cx="983218" cy="432854"/>
            </a:xfrm>
            <a:prstGeom prst="rect">
              <a:avLst/>
            </a:prstGeom>
          </p:spPr>
        </p:pic>
        <p:pic>
          <p:nvPicPr>
            <p:cNvPr id="20" name="Picture 19">
              <a:extLst>
                <a:ext uri="{FF2B5EF4-FFF2-40B4-BE49-F238E27FC236}">
                  <a16:creationId xmlns:a16="http://schemas.microsoft.com/office/drawing/2014/main" id="{12A012D4-1A01-40A4-917D-DA292EFC8615}"/>
                </a:ext>
              </a:extLst>
            </p:cNvPr>
            <p:cNvPicPr>
              <a:picLocks noChangeAspect="1"/>
            </p:cNvPicPr>
            <p:nvPr userDrawn="1"/>
          </p:nvPicPr>
          <p:blipFill rotWithShape="1">
            <a:blip r:embed="rId8"/>
            <a:srcRect l="67278"/>
            <a:stretch/>
          </p:blipFill>
          <p:spPr>
            <a:xfrm>
              <a:off x="170182" y="89345"/>
              <a:ext cx="386728" cy="348186"/>
            </a:xfrm>
            <a:prstGeom prst="rect">
              <a:avLst/>
            </a:prstGeom>
          </p:spPr>
        </p:pic>
      </p:grpSp>
    </p:spTree>
    <p:extLst>
      <p:ext uri="{BB962C8B-B14F-4D97-AF65-F5344CB8AC3E}">
        <p14:creationId xmlns:p14="http://schemas.microsoft.com/office/powerpoint/2010/main" val="6328681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8114849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24" imgH="324" progId="TCLayout.ActiveDocument.1">
                  <p:embed/>
                </p:oleObj>
              </mc:Choice>
              <mc:Fallback>
                <p:oleObj name="think-cell Slide" r:id="rId5" imgW="324" imgH="324" progId="TCLayout.ActiveDocument.1">
                  <p:embed/>
                  <p:pic>
                    <p:nvPicPr>
                      <p:cNvPr id="3" name="Object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4" name="Rectangle 3" hidden="1"/>
          <p:cNvSpPr/>
          <p:nvPr userDrawn="1">
            <p:custDataLst>
              <p:tags r:id="rId3"/>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2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grpSp>
        <p:nvGrpSpPr>
          <p:cNvPr id="2" name="Group 1"/>
          <p:cNvGrpSpPr/>
          <p:nvPr userDrawn="1"/>
        </p:nvGrpSpPr>
        <p:grpSpPr>
          <a:xfrm flipH="1">
            <a:off x="7695832" y="1310"/>
            <a:ext cx="4496168" cy="6972051"/>
            <a:chOff x="1524" y="1310"/>
            <a:chExt cx="4496168" cy="6972051"/>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r" rtl="1" eaLnBrk="1">
                <a:lnSpc>
                  <a:spcPct val="90000"/>
                </a:lnSpc>
                <a:spcAft>
                  <a:spcPts val="1000"/>
                </a:spcAft>
              </a:pPr>
              <a:endParaRPr lang="ar-AE" sz="1200" dirty="0">
                <a:solidFill>
                  <a:prstClr val="white"/>
                </a:solidFill>
                <a:latin typeface="+mn-lt"/>
                <a:ea typeface="+mn-ea"/>
                <a:cs typeface="+mn-cs"/>
                <a:sym typeface="+mn-lt"/>
              </a:endParaRPr>
            </a:p>
          </p:txBody>
        </p:sp>
        <p:pic>
          <p:nvPicPr>
            <p:cNvPr id="12" name="Picture 11"/>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grpSp>
      <p:sp>
        <p:nvSpPr>
          <p:cNvPr id="20" name="Title 2"/>
          <p:cNvSpPr>
            <a:spLocks noGrp="1"/>
          </p:cNvSpPr>
          <p:nvPr>
            <p:ph type="title" hasCustomPrompt="1"/>
          </p:nvPr>
        </p:nvSpPr>
        <p:spPr>
          <a:xfrm>
            <a:off x="9084562" y="2764203"/>
            <a:ext cx="2478638" cy="1314311"/>
          </a:xfrm>
          <a:prstGeom prst="rect">
            <a:avLst/>
          </a:prstGeom>
        </p:spPr>
        <p:txBody>
          <a:bodyPr vert="horz" anchor="ctr">
            <a:noAutofit/>
          </a:bodyPr>
          <a:lstStyle>
            <a:lvl1pPr rtl="1">
              <a:defRPr sz="2400">
                <a:solidFill>
                  <a:srgbClr val="005B4F"/>
                </a:solidFill>
                <a:latin typeface="+mj-lt"/>
                <a:ea typeface="+mj-ea"/>
                <a:cs typeface="+mj-cs"/>
                <a:sym typeface="+mj-lt"/>
              </a:defRPr>
            </a:lvl1pPr>
          </a:lstStyle>
          <a:p>
            <a:r>
              <a:rPr lang="ar-AE" dirty="0">
                <a:solidFill>
                  <a:schemeClr val="tx2"/>
                </a:solidFill>
              </a:rPr>
              <a:t>اضغط لإضافة عنوان</a:t>
            </a:r>
          </a:p>
        </p:txBody>
      </p:sp>
      <p:sp>
        <p:nvSpPr>
          <p:cNvPr id="14"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solidFill>
                <a:latin typeface="+mn-lt"/>
                <a:ea typeface="+mn-ea"/>
                <a:cs typeface="+mn-cs"/>
                <a:sym typeface="+mn-lt"/>
              </a:defRPr>
            </a:lvl1pPr>
          </a:lstStyle>
          <a:p>
            <a:endParaRPr lang="ar-AE" dirty="0"/>
          </a:p>
        </p:txBody>
      </p:sp>
      <p:sp>
        <p:nvSpPr>
          <p:cNvPr id="15" name="TextBox 14"/>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sp>
        <p:nvSpPr>
          <p:cNvPr id="16"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grpSp>
        <p:nvGrpSpPr>
          <p:cNvPr id="21" name="Group 20">
            <a:extLst>
              <a:ext uri="{FF2B5EF4-FFF2-40B4-BE49-F238E27FC236}">
                <a16:creationId xmlns:a16="http://schemas.microsoft.com/office/drawing/2014/main" id="{9F79F672-CD93-4742-A654-0F892801C5F3}"/>
              </a:ext>
            </a:extLst>
          </p:cNvPr>
          <p:cNvGrpSpPr/>
          <p:nvPr userDrawn="1"/>
        </p:nvGrpSpPr>
        <p:grpSpPr>
          <a:xfrm>
            <a:off x="170182" y="85030"/>
            <a:ext cx="1271837" cy="432854"/>
            <a:chOff x="170182" y="85030"/>
            <a:chExt cx="1271837" cy="432854"/>
          </a:xfrm>
        </p:grpSpPr>
        <p:pic>
          <p:nvPicPr>
            <p:cNvPr id="22" name="Picture 21">
              <a:extLst>
                <a:ext uri="{FF2B5EF4-FFF2-40B4-BE49-F238E27FC236}">
                  <a16:creationId xmlns:a16="http://schemas.microsoft.com/office/drawing/2014/main" id="{9A06465E-B8F6-44AB-841F-E3C691C857DA}"/>
                </a:ext>
              </a:extLst>
            </p:cNvPr>
            <p:cNvPicPr>
              <a:picLocks noChangeAspect="1"/>
            </p:cNvPicPr>
            <p:nvPr userDrawn="1"/>
          </p:nvPicPr>
          <p:blipFill rotWithShape="1">
            <a:blip r:embed="rId8"/>
            <a:srcRect l="67485" r="3467"/>
            <a:stretch/>
          </p:blipFill>
          <p:spPr>
            <a:xfrm>
              <a:off x="170182" y="89345"/>
              <a:ext cx="343503" cy="348186"/>
            </a:xfrm>
            <a:prstGeom prst="rect">
              <a:avLst/>
            </a:prstGeom>
          </p:spPr>
        </p:pic>
        <p:pic>
          <p:nvPicPr>
            <p:cNvPr id="23" name="Picture 22">
              <a:extLst>
                <a:ext uri="{FF2B5EF4-FFF2-40B4-BE49-F238E27FC236}">
                  <a16:creationId xmlns:a16="http://schemas.microsoft.com/office/drawing/2014/main" id="{950DDC79-820E-4671-876A-B775D5F10951}"/>
                </a:ext>
              </a:extLst>
            </p:cNvPr>
            <p:cNvPicPr>
              <a:picLocks noChangeAspect="1"/>
            </p:cNvPicPr>
            <p:nvPr userDrawn="1"/>
          </p:nvPicPr>
          <p:blipFill rotWithShape="1">
            <a:blip r:embed="rId8"/>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26617933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rgbClr val="FFFFFF"/>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048666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2"/>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2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sp>
        <p:nvSpPr>
          <p:cNvPr id="10" name="Freeform 14"/>
          <p:cNvSpPr/>
          <p:nvPr userDrawn="1"/>
        </p:nvSpPr>
        <p:spPr bwMode="ltGray">
          <a:xfrm flipH="1">
            <a:off x="8103688"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lvl="0" algn="r" rtl="1">
              <a:lnSpc>
                <a:spcPct val="90000"/>
              </a:lnSpc>
              <a:spcAft>
                <a:spcPts val="1000"/>
              </a:spcAft>
            </a:pPr>
            <a:endParaRPr lang="ar-AE" sz="1200" dirty="0">
              <a:solidFill>
                <a:prstClr val="white"/>
              </a:solidFill>
              <a:latin typeface="+mn-lt"/>
              <a:ea typeface="+mn-ea"/>
              <a:cs typeface="+mn-cs"/>
              <a:sym typeface="+mn-lt"/>
            </a:endParaRPr>
          </a:p>
        </p:txBody>
      </p:sp>
      <p:pic>
        <p:nvPicPr>
          <p:cNvPr id="9" name="Picture 8"/>
          <p:cNvPicPr>
            <a:picLocks noChangeAspect="1"/>
          </p:cNvPicPr>
          <p:nvPr userDrawn="1"/>
        </p:nvPicPr>
        <p:blipFill rotWithShape="1">
          <a:blip r:embed="rId6">
            <a:extLst>
              <a:ext uri="{28A0092B-C50C-407E-A947-70E740481C1C}">
                <a14:useLocalDpi xmlns:a14="http://schemas.microsoft.com/office/drawing/2010/main" val="0"/>
              </a:ext>
            </a:extLst>
          </a:blip>
          <a:srcRect t="6216" b="7716"/>
          <a:stretch/>
        </p:blipFill>
        <p:spPr>
          <a:xfrm rot="21480000" flipH="1">
            <a:off x="7324216"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
        <p:nvSpPr>
          <p:cNvPr id="5" name="Title 4"/>
          <p:cNvSpPr>
            <a:spLocks noGrp="1"/>
          </p:cNvSpPr>
          <p:nvPr>
            <p:ph type="title" hasCustomPrompt="1"/>
          </p:nvPr>
        </p:nvSpPr>
        <p:spPr>
          <a:xfrm>
            <a:off x="9084562" y="2764203"/>
            <a:ext cx="2478638" cy="1314311"/>
          </a:xfrm>
        </p:spPr>
        <p:txBody>
          <a:bodyPr vert="horz" anchor="ctr" anchorCtr="0">
            <a:noAutofit/>
          </a:bodyPr>
          <a:lstStyle>
            <a:lvl1pPr rtl="1">
              <a:defRPr>
                <a:solidFill>
                  <a:srgbClr val="FFFFFF"/>
                </a:solidFill>
                <a:latin typeface="+mj-lt"/>
                <a:ea typeface="+mj-ea"/>
                <a:cs typeface="+mj-cs"/>
                <a:sym typeface="+mj-lt"/>
              </a:defRPr>
            </a:lvl1pPr>
          </a:lstStyle>
          <a:p>
            <a:r>
              <a:rPr lang="ar-AE" dirty="0"/>
              <a:t>اضغط لإضافة عنوان</a:t>
            </a:r>
          </a:p>
        </p:txBody>
      </p:sp>
      <p:sp>
        <p:nvSpPr>
          <p:cNvPr id="11"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lumMod val="50000"/>
                  </a:schemeClr>
                </a:solidFill>
                <a:latin typeface="+mn-lt"/>
                <a:ea typeface="+mn-ea"/>
                <a:cs typeface="+mn-cs"/>
                <a:sym typeface="+mn-lt"/>
              </a:defRPr>
            </a:lvl1pPr>
          </a:lstStyle>
          <a:p>
            <a:endParaRPr lang="ar-AE" dirty="0"/>
          </a:p>
        </p:txBody>
      </p:sp>
      <p:sp>
        <p:nvSpPr>
          <p:cNvPr id="12" name="TextBox 11"/>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lumMod val="50000"/>
                  </a:schemeClr>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lumMod val="50000"/>
                </a:schemeClr>
              </a:solidFill>
              <a:latin typeface="+mn-lt"/>
              <a:ea typeface="+mn-ea"/>
              <a:cs typeface="+mn-cs"/>
              <a:sym typeface="+mn-lt"/>
            </a:endParaRPr>
          </a:p>
        </p:txBody>
      </p:sp>
      <p:sp>
        <p:nvSpPr>
          <p:cNvPr id="14"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15" name="Group 14">
            <a:extLst>
              <a:ext uri="{FF2B5EF4-FFF2-40B4-BE49-F238E27FC236}">
                <a16:creationId xmlns:a16="http://schemas.microsoft.com/office/drawing/2014/main" id="{D5A5D189-BC52-47F1-8C2D-2094551F7F25}"/>
              </a:ext>
            </a:extLst>
          </p:cNvPr>
          <p:cNvGrpSpPr/>
          <p:nvPr userDrawn="1"/>
        </p:nvGrpSpPr>
        <p:grpSpPr>
          <a:xfrm>
            <a:off x="170182" y="86876"/>
            <a:ext cx="1306195" cy="432854"/>
            <a:chOff x="170182" y="86876"/>
            <a:chExt cx="1306195" cy="432854"/>
          </a:xfrm>
        </p:grpSpPr>
        <p:pic>
          <p:nvPicPr>
            <p:cNvPr id="16" name="Picture 15">
              <a:extLst>
                <a:ext uri="{FF2B5EF4-FFF2-40B4-BE49-F238E27FC236}">
                  <a16:creationId xmlns:a16="http://schemas.microsoft.com/office/drawing/2014/main" id="{995C4863-B244-46D6-BECC-66D8B1D08616}"/>
                </a:ext>
              </a:extLst>
            </p:cNvPr>
            <p:cNvPicPr>
              <a:picLocks noChangeAspect="1"/>
            </p:cNvPicPr>
            <p:nvPr userDrawn="1"/>
          </p:nvPicPr>
          <p:blipFill rotWithShape="1">
            <a:blip r:embed="rId7"/>
            <a:srcRect r="33081"/>
            <a:stretch/>
          </p:blipFill>
          <p:spPr>
            <a:xfrm>
              <a:off x="493159" y="86876"/>
              <a:ext cx="983218" cy="432854"/>
            </a:xfrm>
            <a:prstGeom prst="rect">
              <a:avLst/>
            </a:prstGeom>
          </p:spPr>
        </p:pic>
        <p:pic>
          <p:nvPicPr>
            <p:cNvPr id="17" name="Picture 16">
              <a:extLst>
                <a:ext uri="{FF2B5EF4-FFF2-40B4-BE49-F238E27FC236}">
                  <a16:creationId xmlns:a16="http://schemas.microsoft.com/office/drawing/2014/main" id="{A0FAA019-CEB0-4BF3-9269-1079DE6C3A74}"/>
                </a:ext>
              </a:extLst>
            </p:cNvPr>
            <p:cNvPicPr>
              <a:picLocks noChangeAspect="1"/>
            </p:cNvPicPr>
            <p:nvPr userDrawn="1"/>
          </p:nvPicPr>
          <p:blipFill rotWithShape="1">
            <a:blip r:embed="rId7"/>
            <a:srcRect l="67278"/>
            <a:stretch/>
          </p:blipFill>
          <p:spPr>
            <a:xfrm>
              <a:off x="170182" y="89345"/>
              <a:ext cx="386728" cy="348186"/>
            </a:xfrm>
            <a:prstGeom prst="rect">
              <a:avLst/>
            </a:prstGeom>
          </p:spPr>
        </p:pic>
      </p:grpSp>
    </p:spTree>
    <p:extLst>
      <p:ext uri="{BB962C8B-B14F-4D97-AF65-F5344CB8AC3E}">
        <p14:creationId xmlns:p14="http://schemas.microsoft.com/office/powerpoint/2010/main" val="3450614869"/>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26107107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3"/>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4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grpSp>
        <p:nvGrpSpPr>
          <p:cNvPr id="2" name="Group 1"/>
          <p:cNvGrpSpPr/>
          <p:nvPr userDrawn="1"/>
        </p:nvGrpSpPr>
        <p:grpSpPr>
          <a:xfrm flipH="1">
            <a:off x="6311901" y="0"/>
            <a:ext cx="5880099" cy="6966267"/>
            <a:chOff x="1" y="0"/>
            <a:chExt cx="5880099" cy="6966267"/>
          </a:xfrm>
        </p:grpSpPr>
        <p:sp>
          <p:nvSpPr>
            <p:cNvPr id="19" name="Pentagon 3"/>
            <p:cNvSpPr/>
            <p:nvPr userDrawn="1"/>
          </p:nvSpPr>
          <p:spPr bwMode="white">
            <a:xfrm>
              <a:off x="1" y="0"/>
              <a:ext cx="5426920" cy="6858000"/>
            </a:xfrm>
            <a:prstGeom prst="homePlate">
              <a:avLst>
                <a:gd name="adj" fmla="val 1293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rtl="1" eaLnBrk="1">
                <a:lnSpc>
                  <a:spcPct val="90000"/>
                </a:lnSpc>
                <a:spcAft>
                  <a:spcPts val="1000"/>
                </a:spcAft>
              </a:pPr>
              <a:endParaRPr lang="ar-AE" sz="1200" dirty="0">
                <a:solidFill>
                  <a:prstClr val="white"/>
                </a:solidFill>
                <a:latin typeface="+mn-lt"/>
                <a:ea typeface="+mn-ea"/>
                <a:cs typeface="+mn-cs"/>
                <a:sym typeface="+mn-lt"/>
              </a:endParaRPr>
            </a:p>
          </p:txBody>
        </p:sp>
        <p:pic>
          <p:nvPicPr>
            <p:cNvPr id="11" name="Picture 10"/>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grpSp>
      <p:sp>
        <p:nvSpPr>
          <p:cNvPr id="20" name="Title 1"/>
          <p:cNvSpPr>
            <a:spLocks noGrp="1"/>
          </p:cNvSpPr>
          <p:nvPr>
            <p:ph type="title" hasCustomPrompt="1"/>
          </p:nvPr>
        </p:nvSpPr>
        <p:spPr>
          <a:xfrm>
            <a:off x="7500965" y="1785600"/>
            <a:ext cx="4062235" cy="3286800"/>
          </a:xfrm>
          <a:prstGeom prst="rect">
            <a:avLst/>
          </a:prstGeom>
        </p:spPr>
        <p:txBody>
          <a:bodyPr vert="horz" anchor="ctr">
            <a:noAutofit/>
          </a:bodyPr>
          <a:lstStyle>
            <a:lvl1pPr rtl="1">
              <a:defRPr sz="4400" b="0">
                <a:solidFill>
                  <a:srgbClr val="005B4F"/>
                </a:solidFill>
                <a:latin typeface="+mj-lt"/>
                <a:ea typeface="+mj-ea"/>
                <a:cs typeface="+mj-cs"/>
                <a:sym typeface="+mj-lt"/>
              </a:defRPr>
            </a:lvl1pPr>
          </a:lstStyle>
          <a:p>
            <a:r>
              <a:rPr lang="ar-AE" dirty="0"/>
              <a:t>اضغط لإضافة عنوان</a:t>
            </a:r>
          </a:p>
        </p:txBody>
      </p:sp>
      <p:sp>
        <p:nvSpPr>
          <p:cNvPr id="12"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solidFill>
                <a:latin typeface="+mn-lt"/>
                <a:ea typeface="+mn-ea"/>
                <a:cs typeface="+mn-cs"/>
                <a:sym typeface="+mn-lt"/>
              </a:defRPr>
            </a:lvl1pPr>
          </a:lstStyle>
          <a:p>
            <a:endParaRPr lang="ar-AE" dirty="0"/>
          </a:p>
        </p:txBody>
      </p:sp>
      <p:sp>
        <p:nvSpPr>
          <p:cNvPr id="13" name="TextBox 12"/>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sp>
        <p:nvSpPr>
          <p:cNvPr id="15"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grpSp>
        <p:nvGrpSpPr>
          <p:cNvPr id="21" name="Group 20">
            <a:extLst>
              <a:ext uri="{FF2B5EF4-FFF2-40B4-BE49-F238E27FC236}">
                <a16:creationId xmlns:a16="http://schemas.microsoft.com/office/drawing/2014/main" id="{CD7C5E2D-859C-498A-B773-FA25BDA97607}"/>
              </a:ext>
            </a:extLst>
          </p:cNvPr>
          <p:cNvGrpSpPr/>
          <p:nvPr userDrawn="1"/>
        </p:nvGrpSpPr>
        <p:grpSpPr>
          <a:xfrm>
            <a:off x="170182" y="85030"/>
            <a:ext cx="1271837" cy="432854"/>
            <a:chOff x="170182" y="85030"/>
            <a:chExt cx="1271837" cy="432854"/>
          </a:xfrm>
        </p:grpSpPr>
        <p:pic>
          <p:nvPicPr>
            <p:cNvPr id="22" name="Picture 21">
              <a:extLst>
                <a:ext uri="{FF2B5EF4-FFF2-40B4-BE49-F238E27FC236}">
                  <a16:creationId xmlns:a16="http://schemas.microsoft.com/office/drawing/2014/main" id="{73C947B7-7D53-42CC-8B64-4C8A046F6D47}"/>
                </a:ext>
              </a:extLst>
            </p:cNvPr>
            <p:cNvPicPr>
              <a:picLocks noChangeAspect="1"/>
            </p:cNvPicPr>
            <p:nvPr userDrawn="1"/>
          </p:nvPicPr>
          <p:blipFill rotWithShape="1">
            <a:blip r:embed="rId8"/>
            <a:srcRect l="67485" r="3467"/>
            <a:stretch/>
          </p:blipFill>
          <p:spPr>
            <a:xfrm>
              <a:off x="170182" y="89345"/>
              <a:ext cx="343503" cy="348186"/>
            </a:xfrm>
            <a:prstGeom prst="rect">
              <a:avLst/>
            </a:prstGeom>
          </p:spPr>
        </p:pic>
        <p:pic>
          <p:nvPicPr>
            <p:cNvPr id="23" name="Picture 22">
              <a:extLst>
                <a:ext uri="{FF2B5EF4-FFF2-40B4-BE49-F238E27FC236}">
                  <a16:creationId xmlns:a16="http://schemas.microsoft.com/office/drawing/2014/main" id="{D1178728-D31C-49C7-9592-7209F48FB968}"/>
                </a:ext>
              </a:extLst>
            </p:cNvPr>
            <p:cNvPicPr>
              <a:picLocks noChangeAspect="1"/>
            </p:cNvPicPr>
            <p:nvPr userDrawn="1"/>
          </p:nvPicPr>
          <p:blipFill rotWithShape="1">
            <a:blip r:embed="rId8"/>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14910066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rgbClr val="FFFFFF"/>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0436095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2"/>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4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grpSp>
        <p:nvGrpSpPr>
          <p:cNvPr id="2" name="Group 1"/>
          <p:cNvGrpSpPr/>
          <p:nvPr userDrawn="1"/>
        </p:nvGrpSpPr>
        <p:grpSpPr>
          <a:xfrm flipH="1">
            <a:off x="5945402" y="0"/>
            <a:ext cx="6246598" cy="6858000"/>
            <a:chOff x="1" y="0"/>
            <a:chExt cx="6246598" cy="685800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lvl="0" algn="r" rtl="1">
                <a:lnSpc>
                  <a:spcPct val="90000"/>
                </a:lnSpc>
                <a:spcAft>
                  <a:spcPts val="1000"/>
                </a:spcAft>
              </a:pPr>
              <a:endParaRPr lang="ar-AE" sz="1200" dirty="0">
                <a:solidFill>
                  <a:prstClr val="white"/>
                </a:solidFill>
                <a:latin typeface="+mn-lt"/>
                <a:ea typeface="+mn-ea"/>
                <a:cs typeface="+mn-cs"/>
                <a:sym typeface="+mn-lt"/>
              </a:endParaRPr>
            </a:p>
          </p:txBody>
        </p:sp>
        <p:pic>
          <p:nvPicPr>
            <p:cNvPr id="9" name="Picture 8"/>
            <p:cNvPicPr>
              <a:picLocks noChangeAspect="1"/>
            </p:cNvPicPr>
            <p:nvPr userDrawn="1"/>
          </p:nvPicPr>
          <p:blipFill rotWithShape="1">
            <a:blip r:embed="rId6">
              <a:extLst>
                <a:ext uri="{28A0092B-C50C-407E-A947-70E740481C1C}">
                  <a14:useLocalDpi xmlns:a14="http://schemas.microsoft.com/office/drawing/2010/main" val="0"/>
                </a:ext>
              </a:extLst>
            </a:blip>
            <a:srcRect t="7562" b="6867"/>
            <a:stretch/>
          </p:blipFill>
          <p:spPr>
            <a:xfrm>
              <a:off x="3551933" y="335155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grpSp>
      <p:sp>
        <p:nvSpPr>
          <p:cNvPr id="20" name="Title 1"/>
          <p:cNvSpPr>
            <a:spLocks noGrp="1"/>
          </p:cNvSpPr>
          <p:nvPr>
            <p:ph type="title" hasCustomPrompt="1"/>
          </p:nvPr>
        </p:nvSpPr>
        <p:spPr>
          <a:xfrm>
            <a:off x="7500965" y="1785600"/>
            <a:ext cx="4062235" cy="3286800"/>
          </a:xfrm>
          <a:prstGeom prst="rect">
            <a:avLst/>
          </a:prstGeom>
        </p:spPr>
        <p:txBody>
          <a:bodyPr vert="horz" anchor="ctr">
            <a:noAutofit/>
          </a:bodyPr>
          <a:lstStyle>
            <a:lvl1pPr rtl="1">
              <a:defRPr sz="4400" b="0">
                <a:solidFill>
                  <a:srgbClr val="FFFFFF"/>
                </a:solidFill>
                <a:latin typeface="+mj-lt"/>
                <a:ea typeface="+mj-ea"/>
                <a:cs typeface="+mj-cs"/>
                <a:sym typeface="+mj-lt"/>
              </a:defRPr>
            </a:lvl1pPr>
          </a:lstStyle>
          <a:p>
            <a:r>
              <a:rPr lang="ar-AE" dirty="0"/>
              <a:t>اضغط لإضافة عنوان</a:t>
            </a:r>
          </a:p>
        </p:txBody>
      </p:sp>
      <p:sp>
        <p:nvSpPr>
          <p:cNvPr id="11"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lumMod val="50000"/>
                  </a:schemeClr>
                </a:solidFill>
                <a:latin typeface="+mn-lt"/>
                <a:ea typeface="+mn-ea"/>
                <a:cs typeface="+mn-cs"/>
                <a:sym typeface="+mn-lt"/>
              </a:defRPr>
            </a:lvl1pPr>
          </a:lstStyle>
          <a:p>
            <a:endParaRPr lang="ar-AE" dirty="0"/>
          </a:p>
        </p:txBody>
      </p:sp>
      <p:sp>
        <p:nvSpPr>
          <p:cNvPr id="12" name="TextBox 11"/>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lumMod val="50000"/>
                  </a:schemeClr>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lumMod val="50000"/>
                </a:schemeClr>
              </a:solidFill>
              <a:latin typeface="+mn-lt"/>
              <a:ea typeface="+mn-ea"/>
              <a:cs typeface="+mn-cs"/>
              <a:sym typeface="+mn-lt"/>
            </a:endParaRPr>
          </a:p>
        </p:txBody>
      </p:sp>
      <p:sp>
        <p:nvSpPr>
          <p:cNvPr id="14"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15" name="Group 14">
            <a:extLst>
              <a:ext uri="{FF2B5EF4-FFF2-40B4-BE49-F238E27FC236}">
                <a16:creationId xmlns:a16="http://schemas.microsoft.com/office/drawing/2014/main" id="{12C36E18-6FB4-4309-946F-9A2391679C49}"/>
              </a:ext>
            </a:extLst>
          </p:cNvPr>
          <p:cNvGrpSpPr/>
          <p:nvPr userDrawn="1"/>
        </p:nvGrpSpPr>
        <p:grpSpPr>
          <a:xfrm>
            <a:off x="170182" y="86876"/>
            <a:ext cx="1306195" cy="432854"/>
            <a:chOff x="170182" y="86876"/>
            <a:chExt cx="1306195" cy="432854"/>
          </a:xfrm>
        </p:grpSpPr>
        <p:pic>
          <p:nvPicPr>
            <p:cNvPr id="16" name="Picture 15">
              <a:extLst>
                <a:ext uri="{FF2B5EF4-FFF2-40B4-BE49-F238E27FC236}">
                  <a16:creationId xmlns:a16="http://schemas.microsoft.com/office/drawing/2014/main" id="{A3B91274-3778-4D7E-9F17-DB457A3750E1}"/>
                </a:ext>
              </a:extLst>
            </p:cNvPr>
            <p:cNvPicPr>
              <a:picLocks noChangeAspect="1"/>
            </p:cNvPicPr>
            <p:nvPr userDrawn="1"/>
          </p:nvPicPr>
          <p:blipFill rotWithShape="1">
            <a:blip r:embed="rId7"/>
            <a:srcRect r="33081"/>
            <a:stretch/>
          </p:blipFill>
          <p:spPr>
            <a:xfrm>
              <a:off x="493159" y="86876"/>
              <a:ext cx="983218" cy="432854"/>
            </a:xfrm>
            <a:prstGeom prst="rect">
              <a:avLst/>
            </a:prstGeom>
          </p:spPr>
        </p:pic>
        <p:pic>
          <p:nvPicPr>
            <p:cNvPr id="17" name="Picture 16">
              <a:extLst>
                <a:ext uri="{FF2B5EF4-FFF2-40B4-BE49-F238E27FC236}">
                  <a16:creationId xmlns:a16="http://schemas.microsoft.com/office/drawing/2014/main" id="{BC06ADD8-23F2-49A6-85B8-488763D20214}"/>
                </a:ext>
              </a:extLst>
            </p:cNvPr>
            <p:cNvPicPr>
              <a:picLocks noChangeAspect="1"/>
            </p:cNvPicPr>
            <p:nvPr userDrawn="1"/>
          </p:nvPicPr>
          <p:blipFill rotWithShape="1">
            <a:blip r:embed="rId7"/>
            <a:srcRect l="67278"/>
            <a:stretch/>
          </p:blipFill>
          <p:spPr>
            <a:xfrm>
              <a:off x="170182" y="89345"/>
              <a:ext cx="386728" cy="348186"/>
            </a:xfrm>
            <a:prstGeom prst="rect">
              <a:avLst/>
            </a:prstGeom>
          </p:spPr>
        </p:pic>
      </p:grpSp>
    </p:spTree>
    <p:extLst>
      <p:ext uri="{BB962C8B-B14F-4D97-AF65-F5344CB8AC3E}">
        <p14:creationId xmlns:p14="http://schemas.microsoft.com/office/powerpoint/2010/main" val="2096073183"/>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ext uri="{D42A27DB-BD31-4B8C-83A1-F6EECF244321}">
                <p14:modId xmlns:p14="http://schemas.microsoft.com/office/powerpoint/2010/main" val="4026656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3"/>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2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grpSp>
        <p:nvGrpSpPr>
          <p:cNvPr id="2" name="Group 1"/>
          <p:cNvGrpSpPr/>
          <p:nvPr userDrawn="1"/>
        </p:nvGrpSpPr>
        <p:grpSpPr>
          <a:xfrm flipH="1">
            <a:off x="5428944" y="0"/>
            <a:ext cx="6763056" cy="6972568"/>
            <a:chOff x="0" y="0"/>
            <a:chExt cx="6763056" cy="6972568"/>
          </a:xfrm>
        </p:grpSpPr>
        <p:sp>
          <p:nvSpPr>
            <p:cNvPr id="9" name="Pentagon 8"/>
            <p:cNvSpPr/>
            <p:nvPr/>
          </p:nvSpPr>
          <p:spPr bwMode="white">
            <a:xfrm>
              <a:off x="0" y="0"/>
              <a:ext cx="6363546" cy="6858000"/>
            </a:xfrm>
            <a:prstGeom prst="homePlate">
              <a:avLst>
                <a:gd name="adj" fmla="val 1293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rtl="1" eaLnBrk="1">
                <a:lnSpc>
                  <a:spcPct val="90000"/>
                </a:lnSpc>
                <a:spcAft>
                  <a:spcPts val="1000"/>
                </a:spcAft>
              </a:pPr>
              <a:endParaRPr lang="ar-AE" sz="1200" dirty="0">
                <a:solidFill>
                  <a:prstClr val="white"/>
                </a:solidFill>
                <a:latin typeface="+mn-lt"/>
                <a:ea typeface="+mn-ea"/>
                <a:cs typeface="+mn-cs"/>
                <a:sym typeface="+mn-lt"/>
              </a:endParaRPr>
            </a:p>
          </p:txBody>
        </p:sp>
        <p:pic>
          <p:nvPicPr>
            <p:cNvPr id="10" name="Picture 9"/>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grpSp>
      <p:sp>
        <p:nvSpPr>
          <p:cNvPr id="3" name="Title 2"/>
          <p:cNvSpPr>
            <a:spLocks noGrp="1"/>
          </p:cNvSpPr>
          <p:nvPr>
            <p:ph type="title" hasCustomPrompt="1"/>
          </p:nvPr>
        </p:nvSpPr>
        <p:spPr>
          <a:xfrm>
            <a:off x="6815378" y="622800"/>
            <a:ext cx="4747822" cy="341632"/>
          </a:xfrm>
          <a:prstGeom prst="rect">
            <a:avLst/>
          </a:prstGeom>
        </p:spPr>
        <p:txBody>
          <a:bodyPr vert="horz"/>
          <a:lstStyle>
            <a:lvl1pPr rtl="1">
              <a:defRPr>
                <a:solidFill>
                  <a:srgbClr val="005B4F"/>
                </a:solidFill>
                <a:latin typeface="+mj-lt"/>
                <a:ea typeface="+mj-ea"/>
                <a:cs typeface="+mj-cs"/>
                <a:sym typeface="+mj-lt"/>
              </a:defRPr>
            </a:lvl1pPr>
          </a:lstStyle>
          <a:p>
            <a:r>
              <a:rPr lang="ar-AE" dirty="0"/>
              <a:t>اضغط لإضافة عنوان</a:t>
            </a:r>
          </a:p>
        </p:txBody>
      </p:sp>
      <p:sp>
        <p:nvSpPr>
          <p:cNvPr id="11"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solidFill>
                <a:latin typeface="+mn-lt"/>
                <a:ea typeface="+mn-ea"/>
                <a:cs typeface="+mn-cs"/>
                <a:sym typeface="+mn-lt"/>
              </a:defRPr>
            </a:lvl1pPr>
          </a:lstStyle>
          <a:p>
            <a:endParaRPr lang="ar-AE" dirty="0"/>
          </a:p>
        </p:txBody>
      </p:sp>
      <p:sp>
        <p:nvSpPr>
          <p:cNvPr id="12" name="TextBox 11"/>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sp>
        <p:nvSpPr>
          <p:cNvPr id="14"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grpSp>
        <p:nvGrpSpPr>
          <p:cNvPr id="18" name="Group 17">
            <a:extLst>
              <a:ext uri="{FF2B5EF4-FFF2-40B4-BE49-F238E27FC236}">
                <a16:creationId xmlns:a16="http://schemas.microsoft.com/office/drawing/2014/main" id="{0ECA0FB1-9489-4DFE-B8D2-4F4F0E86CB75}"/>
              </a:ext>
            </a:extLst>
          </p:cNvPr>
          <p:cNvGrpSpPr/>
          <p:nvPr userDrawn="1"/>
        </p:nvGrpSpPr>
        <p:grpSpPr>
          <a:xfrm>
            <a:off x="170182" y="85030"/>
            <a:ext cx="1271837" cy="432854"/>
            <a:chOff x="170182" y="85030"/>
            <a:chExt cx="1271837" cy="432854"/>
          </a:xfrm>
        </p:grpSpPr>
        <p:pic>
          <p:nvPicPr>
            <p:cNvPr id="19" name="Picture 18">
              <a:extLst>
                <a:ext uri="{FF2B5EF4-FFF2-40B4-BE49-F238E27FC236}">
                  <a16:creationId xmlns:a16="http://schemas.microsoft.com/office/drawing/2014/main" id="{391720BE-054B-4904-AFB8-FD0074C2E01B}"/>
                </a:ext>
              </a:extLst>
            </p:cNvPr>
            <p:cNvPicPr>
              <a:picLocks noChangeAspect="1"/>
            </p:cNvPicPr>
            <p:nvPr userDrawn="1"/>
          </p:nvPicPr>
          <p:blipFill rotWithShape="1">
            <a:blip r:embed="rId8"/>
            <a:srcRect l="67485" r="3467"/>
            <a:stretch/>
          </p:blipFill>
          <p:spPr>
            <a:xfrm>
              <a:off x="170182" y="89345"/>
              <a:ext cx="343503" cy="348186"/>
            </a:xfrm>
            <a:prstGeom prst="rect">
              <a:avLst/>
            </a:prstGeom>
          </p:spPr>
        </p:pic>
        <p:pic>
          <p:nvPicPr>
            <p:cNvPr id="20" name="Picture 19">
              <a:extLst>
                <a:ext uri="{FF2B5EF4-FFF2-40B4-BE49-F238E27FC236}">
                  <a16:creationId xmlns:a16="http://schemas.microsoft.com/office/drawing/2014/main" id="{C1AE3522-AF1E-4E0E-9C20-5723F2571BD3}"/>
                </a:ext>
              </a:extLst>
            </p:cNvPr>
            <p:cNvPicPr>
              <a:picLocks noChangeAspect="1"/>
            </p:cNvPicPr>
            <p:nvPr userDrawn="1"/>
          </p:nvPicPr>
          <p:blipFill rotWithShape="1">
            <a:blip r:embed="rId8"/>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33379498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rgbClr val="FFFFFF"/>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9471152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2"/>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2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grpSp>
        <p:nvGrpSpPr>
          <p:cNvPr id="2" name="Group 1"/>
          <p:cNvGrpSpPr/>
          <p:nvPr userDrawn="1"/>
        </p:nvGrpSpPr>
        <p:grpSpPr>
          <a:xfrm flipH="1">
            <a:off x="5037162" y="0"/>
            <a:ext cx="7154838" cy="6864354"/>
            <a:chOff x="0" y="0"/>
            <a:chExt cx="7154838" cy="6864354"/>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lvl="0" algn="r" rtl="1">
                <a:lnSpc>
                  <a:spcPct val="90000"/>
                </a:lnSpc>
                <a:spcAft>
                  <a:spcPts val="1000"/>
                </a:spcAft>
              </a:pPr>
              <a:endParaRPr lang="ar-AE" sz="1200" dirty="0">
                <a:solidFill>
                  <a:prstClr val="white"/>
                </a:solidFill>
                <a:latin typeface="+mn-lt"/>
                <a:ea typeface="+mn-ea"/>
                <a:cs typeface="+mn-cs"/>
                <a:sym typeface="+mn-lt"/>
              </a:endParaRPr>
            </a:p>
          </p:txBody>
        </p:sp>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grpSp>
      <p:sp>
        <p:nvSpPr>
          <p:cNvPr id="3" name="Title 2"/>
          <p:cNvSpPr>
            <a:spLocks noGrp="1"/>
          </p:cNvSpPr>
          <p:nvPr>
            <p:ph type="title" hasCustomPrompt="1"/>
          </p:nvPr>
        </p:nvSpPr>
        <p:spPr>
          <a:xfrm>
            <a:off x="6815378" y="622800"/>
            <a:ext cx="4747822" cy="341632"/>
          </a:xfrm>
          <a:prstGeom prst="rect">
            <a:avLst/>
          </a:prstGeom>
        </p:spPr>
        <p:txBody>
          <a:bodyPr vert="horz"/>
          <a:lstStyle>
            <a:lvl1pPr rtl="1">
              <a:defRPr>
                <a:solidFill>
                  <a:srgbClr val="FFFFFF"/>
                </a:solidFill>
                <a:latin typeface="+mj-lt"/>
                <a:ea typeface="+mj-ea"/>
                <a:cs typeface="+mj-cs"/>
                <a:sym typeface="+mj-lt"/>
              </a:defRPr>
            </a:lvl1pPr>
          </a:lstStyle>
          <a:p>
            <a:r>
              <a:rPr lang="ar-AE" dirty="0"/>
              <a:t>اضغط لإضافة عنوان</a:t>
            </a:r>
          </a:p>
        </p:txBody>
      </p:sp>
      <p:sp>
        <p:nvSpPr>
          <p:cNvPr id="12"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lumMod val="50000"/>
                  </a:schemeClr>
                </a:solidFill>
                <a:latin typeface="+mn-lt"/>
                <a:ea typeface="+mn-ea"/>
                <a:cs typeface="+mn-cs"/>
                <a:sym typeface="+mn-lt"/>
              </a:defRPr>
            </a:lvl1pPr>
          </a:lstStyle>
          <a:p>
            <a:endParaRPr lang="ar-AE" dirty="0"/>
          </a:p>
        </p:txBody>
      </p:sp>
      <p:sp>
        <p:nvSpPr>
          <p:cNvPr id="13" name="TextBox 12"/>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lumMod val="50000"/>
                  </a:schemeClr>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lumMod val="50000"/>
                </a:schemeClr>
              </a:solidFill>
              <a:latin typeface="+mn-lt"/>
              <a:ea typeface="+mn-ea"/>
              <a:cs typeface="+mn-cs"/>
              <a:sym typeface="+mn-lt"/>
            </a:endParaRPr>
          </a:p>
        </p:txBody>
      </p:sp>
      <p:sp>
        <p:nvSpPr>
          <p:cNvPr id="16"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15" name="Group 14">
            <a:extLst>
              <a:ext uri="{FF2B5EF4-FFF2-40B4-BE49-F238E27FC236}">
                <a16:creationId xmlns:a16="http://schemas.microsoft.com/office/drawing/2014/main" id="{4B138239-31A5-433D-920C-D1A54B664A6B}"/>
              </a:ext>
            </a:extLst>
          </p:cNvPr>
          <p:cNvGrpSpPr/>
          <p:nvPr userDrawn="1"/>
        </p:nvGrpSpPr>
        <p:grpSpPr>
          <a:xfrm>
            <a:off x="170182" y="86876"/>
            <a:ext cx="1306195" cy="432854"/>
            <a:chOff x="170182" y="86876"/>
            <a:chExt cx="1306195" cy="432854"/>
          </a:xfrm>
        </p:grpSpPr>
        <p:pic>
          <p:nvPicPr>
            <p:cNvPr id="17" name="Picture 16">
              <a:extLst>
                <a:ext uri="{FF2B5EF4-FFF2-40B4-BE49-F238E27FC236}">
                  <a16:creationId xmlns:a16="http://schemas.microsoft.com/office/drawing/2014/main" id="{57ADEF4C-07D2-40DA-82ED-A5984F126186}"/>
                </a:ext>
              </a:extLst>
            </p:cNvPr>
            <p:cNvPicPr>
              <a:picLocks noChangeAspect="1"/>
            </p:cNvPicPr>
            <p:nvPr userDrawn="1"/>
          </p:nvPicPr>
          <p:blipFill rotWithShape="1">
            <a:blip r:embed="rId7"/>
            <a:srcRect r="33081"/>
            <a:stretch/>
          </p:blipFill>
          <p:spPr>
            <a:xfrm>
              <a:off x="493159" y="86876"/>
              <a:ext cx="983218" cy="432854"/>
            </a:xfrm>
            <a:prstGeom prst="rect">
              <a:avLst/>
            </a:prstGeom>
          </p:spPr>
        </p:pic>
        <p:pic>
          <p:nvPicPr>
            <p:cNvPr id="18" name="Picture 17">
              <a:extLst>
                <a:ext uri="{FF2B5EF4-FFF2-40B4-BE49-F238E27FC236}">
                  <a16:creationId xmlns:a16="http://schemas.microsoft.com/office/drawing/2014/main" id="{9FA6331A-AB98-443C-9CFF-93945F4CB05C}"/>
                </a:ext>
              </a:extLst>
            </p:cNvPr>
            <p:cNvPicPr>
              <a:picLocks noChangeAspect="1"/>
            </p:cNvPicPr>
            <p:nvPr userDrawn="1"/>
          </p:nvPicPr>
          <p:blipFill rotWithShape="1">
            <a:blip r:embed="rId7"/>
            <a:srcRect l="67278"/>
            <a:stretch/>
          </p:blipFill>
          <p:spPr>
            <a:xfrm>
              <a:off x="170182" y="89345"/>
              <a:ext cx="386728" cy="348186"/>
            </a:xfrm>
            <a:prstGeom prst="rect">
              <a:avLst/>
            </a:prstGeom>
          </p:spPr>
        </p:pic>
      </p:grpSp>
    </p:spTree>
    <p:extLst>
      <p:ext uri="{BB962C8B-B14F-4D97-AF65-F5344CB8AC3E}">
        <p14:creationId xmlns:p14="http://schemas.microsoft.com/office/powerpoint/2010/main" val="3189582889"/>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ext uri="{D42A27DB-BD31-4B8C-83A1-F6EECF244321}">
                <p14:modId xmlns:p14="http://schemas.microsoft.com/office/powerpoint/2010/main" val="36961739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3"/>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2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grpSp>
        <p:nvGrpSpPr>
          <p:cNvPr id="3" name="Group 2"/>
          <p:cNvGrpSpPr/>
          <p:nvPr userDrawn="1"/>
        </p:nvGrpSpPr>
        <p:grpSpPr>
          <a:xfrm flipH="1">
            <a:off x="3336411" y="0"/>
            <a:ext cx="8855589" cy="6972568"/>
            <a:chOff x="0" y="0"/>
            <a:chExt cx="8855589" cy="6972568"/>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rtl="1" eaLnBrk="1">
                <a:lnSpc>
                  <a:spcPct val="90000"/>
                </a:lnSpc>
                <a:spcAft>
                  <a:spcPts val="1000"/>
                </a:spcAft>
              </a:pPr>
              <a:endParaRPr lang="ar-AE" sz="1200" dirty="0">
                <a:solidFill>
                  <a:schemeClr val="bg1"/>
                </a:solidFill>
                <a:latin typeface="+mn-lt"/>
                <a:ea typeface="+mn-ea"/>
                <a:cs typeface="+mn-cs"/>
                <a:sym typeface="+mn-lt"/>
              </a:endParaRPr>
            </a:p>
          </p:txBody>
        </p:sp>
        <p:pic>
          <p:nvPicPr>
            <p:cNvPr id="11" name="Picture 10"/>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grpSp>
      <p:sp>
        <p:nvSpPr>
          <p:cNvPr id="2" name="Title 1"/>
          <p:cNvSpPr>
            <a:spLocks noGrp="1"/>
          </p:cNvSpPr>
          <p:nvPr>
            <p:ph type="title" hasCustomPrompt="1"/>
          </p:nvPr>
        </p:nvSpPr>
        <p:spPr>
          <a:xfrm>
            <a:off x="5308703" y="622800"/>
            <a:ext cx="6254496" cy="341632"/>
          </a:xfrm>
          <a:prstGeom prst="rect">
            <a:avLst/>
          </a:prstGeom>
        </p:spPr>
        <p:txBody>
          <a:bodyPr vert="horz"/>
          <a:lstStyle>
            <a:lvl1pPr rtl="1">
              <a:defRPr>
                <a:solidFill>
                  <a:srgbClr val="005B4F"/>
                </a:solidFill>
                <a:latin typeface="+mj-lt"/>
                <a:ea typeface="+mj-ea"/>
                <a:cs typeface="+mj-cs"/>
                <a:sym typeface="+mj-lt"/>
              </a:defRPr>
            </a:lvl1pPr>
          </a:lstStyle>
          <a:p>
            <a:r>
              <a:rPr lang="ar-AE" dirty="0"/>
              <a:t>اضغط لإضافة عنوان</a:t>
            </a:r>
          </a:p>
        </p:txBody>
      </p:sp>
      <p:sp>
        <p:nvSpPr>
          <p:cNvPr id="14"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solidFill>
                <a:latin typeface="+mn-lt"/>
                <a:ea typeface="+mn-ea"/>
                <a:cs typeface="+mn-cs"/>
                <a:sym typeface="+mn-lt"/>
              </a:defRPr>
            </a:lvl1pPr>
          </a:lstStyle>
          <a:p>
            <a:endParaRPr lang="ar-AE" dirty="0"/>
          </a:p>
        </p:txBody>
      </p:sp>
      <p:sp>
        <p:nvSpPr>
          <p:cNvPr id="16" name="TextBox 15"/>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sp>
        <p:nvSpPr>
          <p:cNvPr id="15"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grpSp>
        <p:nvGrpSpPr>
          <p:cNvPr id="20" name="Group 19">
            <a:extLst>
              <a:ext uri="{FF2B5EF4-FFF2-40B4-BE49-F238E27FC236}">
                <a16:creationId xmlns:a16="http://schemas.microsoft.com/office/drawing/2014/main" id="{28150B94-FBFF-4438-9403-4689CA848101}"/>
              </a:ext>
            </a:extLst>
          </p:cNvPr>
          <p:cNvGrpSpPr/>
          <p:nvPr userDrawn="1"/>
        </p:nvGrpSpPr>
        <p:grpSpPr>
          <a:xfrm>
            <a:off x="170182" y="85030"/>
            <a:ext cx="1271837" cy="432854"/>
            <a:chOff x="170182" y="85030"/>
            <a:chExt cx="1271837" cy="432854"/>
          </a:xfrm>
        </p:grpSpPr>
        <p:pic>
          <p:nvPicPr>
            <p:cNvPr id="21" name="Picture 20">
              <a:extLst>
                <a:ext uri="{FF2B5EF4-FFF2-40B4-BE49-F238E27FC236}">
                  <a16:creationId xmlns:a16="http://schemas.microsoft.com/office/drawing/2014/main" id="{87CCD53A-14C6-4F99-BBF4-E0EAF7D055C9}"/>
                </a:ext>
              </a:extLst>
            </p:cNvPr>
            <p:cNvPicPr>
              <a:picLocks noChangeAspect="1"/>
            </p:cNvPicPr>
            <p:nvPr userDrawn="1"/>
          </p:nvPicPr>
          <p:blipFill rotWithShape="1">
            <a:blip r:embed="rId8"/>
            <a:srcRect l="67485" r="3467"/>
            <a:stretch/>
          </p:blipFill>
          <p:spPr>
            <a:xfrm>
              <a:off x="170182" y="89345"/>
              <a:ext cx="343503" cy="348186"/>
            </a:xfrm>
            <a:prstGeom prst="rect">
              <a:avLst/>
            </a:prstGeom>
          </p:spPr>
        </p:pic>
        <p:pic>
          <p:nvPicPr>
            <p:cNvPr id="22" name="Picture 21">
              <a:extLst>
                <a:ext uri="{FF2B5EF4-FFF2-40B4-BE49-F238E27FC236}">
                  <a16:creationId xmlns:a16="http://schemas.microsoft.com/office/drawing/2014/main" id="{0004ED86-BE7D-4D1E-A23C-70DEBA1A1B09}"/>
                </a:ext>
              </a:extLst>
            </p:cNvPr>
            <p:cNvPicPr>
              <a:picLocks noChangeAspect="1"/>
            </p:cNvPicPr>
            <p:nvPr userDrawn="1"/>
          </p:nvPicPr>
          <p:blipFill rotWithShape="1">
            <a:blip r:embed="rId8"/>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15243196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rgbClr val="FFFFFF"/>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8167355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2"/>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2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grpSp>
        <p:nvGrpSpPr>
          <p:cNvPr id="3" name="Group 2"/>
          <p:cNvGrpSpPr/>
          <p:nvPr userDrawn="1"/>
        </p:nvGrpSpPr>
        <p:grpSpPr>
          <a:xfrm flipH="1">
            <a:off x="2929706" y="0"/>
            <a:ext cx="9262294" cy="6864354"/>
            <a:chOff x="0" y="0"/>
            <a:chExt cx="9262294" cy="6864354"/>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lvl="0" algn="r" rtl="1">
                <a:lnSpc>
                  <a:spcPct val="90000"/>
                </a:lnSpc>
                <a:spcAft>
                  <a:spcPts val="1000"/>
                </a:spcAft>
              </a:pPr>
              <a:endParaRPr lang="ar-AE" sz="1200" dirty="0">
                <a:solidFill>
                  <a:prstClr val="white"/>
                </a:solidFill>
                <a:latin typeface="+mn-lt"/>
                <a:ea typeface="+mn-ea"/>
                <a:cs typeface="+mn-cs"/>
                <a:sym typeface="+mn-lt"/>
              </a:endParaRPr>
            </a:p>
          </p:txBody>
        </p:sp>
        <p:pic>
          <p:nvPicPr>
            <p:cNvPr id="9" name="Picture 8"/>
            <p:cNvPicPr>
              <a:picLocks noChangeAspect="1"/>
            </p:cNvPicPr>
            <p:nvPr userDrawn="1"/>
          </p:nvPicPr>
          <p:blipFill rotWithShape="1">
            <a:blip r:embed="rId6">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grpSp>
      <p:sp>
        <p:nvSpPr>
          <p:cNvPr id="2" name="Title 1"/>
          <p:cNvSpPr>
            <a:spLocks noGrp="1"/>
          </p:cNvSpPr>
          <p:nvPr>
            <p:ph type="title" hasCustomPrompt="1"/>
          </p:nvPr>
        </p:nvSpPr>
        <p:spPr>
          <a:xfrm>
            <a:off x="5308703" y="622800"/>
            <a:ext cx="6254496" cy="341632"/>
          </a:xfrm>
          <a:prstGeom prst="rect">
            <a:avLst/>
          </a:prstGeom>
        </p:spPr>
        <p:txBody>
          <a:bodyPr vert="horz"/>
          <a:lstStyle>
            <a:lvl1pPr rtl="1">
              <a:defRPr>
                <a:solidFill>
                  <a:srgbClr val="FFFFFF"/>
                </a:solidFill>
                <a:latin typeface="+mj-lt"/>
                <a:ea typeface="+mj-ea"/>
                <a:cs typeface="+mj-cs"/>
                <a:sym typeface="+mj-lt"/>
              </a:defRPr>
            </a:lvl1pPr>
          </a:lstStyle>
          <a:p>
            <a:r>
              <a:rPr lang="ar-AE" dirty="0"/>
              <a:t>اضغط لإضافة عنوان</a:t>
            </a:r>
          </a:p>
        </p:txBody>
      </p:sp>
      <p:sp>
        <p:nvSpPr>
          <p:cNvPr id="11"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lumMod val="50000"/>
                  </a:schemeClr>
                </a:solidFill>
                <a:latin typeface="+mn-lt"/>
                <a:ea typeface="+mn-ea"/>
                <a:cs typeface="+mn-cs"/>
                <a:sym typeface="+mn-lt"/>
              </a:defRPr>
            </a:lvl1pPr>
          </a:lstStyle>
          <a:p>
            <a:endParaRPr lang="ar-AE" dirty="0"/>
          </a:p>
        </p:txBody>
      </p:sp>
      <p:sp>
        <p:nvSpPr>
          <p:cNvPr id="13" name="TextBox 12"/>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lumMod val="50000"/>
                  </a:schemeClr>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lumMod val="50000"/>
                </a:schemeClr>
              </a:solidFill>
              <a:latin typeface="+mn-lt"/>
              <a:ea typeface="+mn-ea"/>
              <a:cs typeface="+mn-cs"/>
              <a:sym typeface="+mn-lt"/>
            </a:endParaRPr>
          </a:p>
        </p:txBody>
      </p:sp>
      <p:sp>
        <p:nvSpPr>
          <p:cNvPr id="15"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16" name="Group 15">
            <a:extLst>
              <a:ext uri="{FF2B5EF4-FFF2-40B4-BE49-F238E27FC236}">
                <a16:creationId xmlns:a16="http://schemas.microsoft.com/office/drawing/2014/main" id="{90A9D09D-1257-4561-B830-B38C4977A6CF}"/>
              </a:ext>
            </a:extLst>
          </p:cNvPr>
          <p:cNvGrpSpPr/>
          <p:nvPr userDrawn="1"/>
        </p:nvGrpSpPr>
        <p:grpSpPr>
          <a:xfrm>
            <a:off x="170182" y="86876"/>
            <a:ext cx="1306195" cy="432854"/>
            <a:chOff x="170182" y="86876"/>
            <a:chExt cx="1306195" cy="432854"/>
          </a:xfrm>
        </p:grpSpPr>
        <p:pic>
          <p:nvPicPr>
            <p:cNvPr id="17" name="Picture 16">
              <a:extLst>
                <a:ext uri="{FF2B5EF4-FFF2-40B4-BE49-F238E27FC236}">
                  <a16:creationId xmlns:a16="http://schemas.microsoft.com/office/drawing/2014/main" id="{BC4639AD-22EA-4709-8C84-8E4CC1393D56}"/>
                </a:ext>
              </a:extLst>
            </p:cNvPr>
            <p:cNvPicPr>
              <a:picLocks noChangeAspect="1"/>
            </p:cNvPicPr>
            <p:nvPr userDrawn="1"/>
          </p:nvPicPr>
          <p:blipFill rotWithShape="1">
            <a:blip r:embed="rId7"/>
            <a:srcRect r="33081"/>
            <a:stretch/>
          </p:blipFill>
          <p:spPr>
            <a:xfrm>
              <a:off x="493159" y="86876"/>
              <a:ext cx="983218" cy="432854"/>
            </a:xfrm>
            <a:prstGeom prst="rect">
              <a:avLst/>
            </a:prstGeom>
          </p:spPr>
        </p:pic>
        <p:pic>
          <p:nvPicPr>
            <p:cNvPr id="18" name="Picture 17">
              <a:extLst>
                <a:ext uri="{FF2B5EF4-FFF2-40B4-BE49-F238E27FC236}">
                  <a16:creationId xmlns:a16="http://schemas.microsoft.com/office/drawing/2014/main" id="{EED95E25-3930-48CE-8FA5-5AD6127E30A1}"/>
                </a:ext>
              </a:extLst>
            </p:cNvPr>
            <p:cNvPicPr>
              <a:picLocks noChangeAspect="1"/>
            </p:cNvPicPr>
            <p:nvPr userDrawn="1"/>
          </p:nvPicPr>
          <p:blipFill rotWithShape="1">
            <a:blip r:embed="rId7"/>
            <a:srcRect l="67278"/>
            <a:stretch/>
          </p:blipFill>
          <p:spPr>
            <a:xfrm>
              <a:off x="170182" y="89345"/>
              <a:ext cx="386728" cy="348186"/>
            </a:xfrm>
            <a:prstGeom prst="rect">
              <a:avLst/>
            </a:prstGeom>
          </p:spPr>
        </p:pic>
      </p:grpSp>
    </p:spTree>
    <p:extLst>
      <p:ext uri="{BB962C8B-B14F-4D97-AF65-F5344CB8AC3E}">
        <p14:creationId xmlns:p14="http://schemas.microsoft.com/office/powerpoint/2010/main" val="3375722478"/>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852608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3"/>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5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sp>
        <p:nvSpPr>
          <p:cNvPr id="11" name="Title 1"/>
          <p:cNvSpPr>
            <a:spLocks noGrp="1"/>
          </p:cNvSpPr>
          <p:nvPr>
            <p:ph type="title" hasCustomPrompt="1"/>
          </p:nvPr>
        </p:nvSpPr>
        <p:spPr>
          <a:xfrm>
            <a:off x="630000" y="3826333"/>
            <a:ext cx="10933200" cy="1606550"/>
          </a:xfrm>
        </p:spPr>
        <p:txBody>
          <a:bodyPr vert="horz" anchor="b">
            <a:noAutofit/>
          </a:bodyPr>
          <a:lstStyle>
            <a:lvl1pPr marL="0" algn="r" defTabSz="914400" rtl="1" eaLnBrk="1" fontAlgn="auto" latinLnBrk="0" hangingPunct="1">
              <a:lnSpc>
                <a:spcPts val="6000"/>
              </a:lnSpc>
              <a:spcBef>
                <a:spcPts val="0"/>
              </a:spcBef>
              <a:spcAft>
                <a:spcPts val="0"/>
              </a:spcAft>
              <a:defRPr lang="en-US" sz="5400" kern="1200" baseline="0" dirty="0">
                <a:solidFill>
                  <a:schemeClr val="bg1"/>
                </a:solidFill>
                <a:latin typeface="+mj-lt"/>
                <a:ea typeface="+mj-ea"/>
                <a:cs typeface="+mj-cs"/>
                <a:sym typeface="+mj-lt"/>
              </a:defRPr>
            </a:lvl1pPr>
          </a:lstStyle>
          <a:p>
            <a:r>
              <a:rPr lang="ar-AE" dirty="0"/>
              <a:t>انقر لإضافة نص بيان كبير</a:t>
            </a:r>
          </a:p>
        </p:txBody>
      </p:sp>
      <p:sp>
        <p:nvSpPr>
          <p:cNvPr id="8"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solidFill>
                <a:latin typeface="+mn-lt"/>
                <a:ea typeface="+mn-ea"/>
                <a:cs typeface="+mn-cs"/>
                <a:sym typeface="+mn-lt"/>
              </a:defRPr>
            </a:lvl1pPr>
          </a:lstStyle>
          <a:p>
            <a:endParaRPr lang="ar-AE" dirty="0"/>
          </a:p>
        </p:txBody>
      </p:sp>
      <p:sp>
        <p:nvSpPr>
          <p:cNvPr id="12" name="TextBox 11"/>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sp>
        <p:nvSpPr>
          <p:cNvPr id="13"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9" name="Group 8">
            <a:extLst>
              <a:ext uri="{FF2B5EF4-FFF2-40B4-BE49-F238E27FC236}">
                <a16:creationId xmlns:a16="http://schemas.microsoft.com/office/drawing/2014/main" id="{722ABAFF-009E-4E8B-BE70-92CAA180C783}"/>
              </a:ext>
            </a:extLst>
          </p:cNvPr>
          <p:cNvGrpSpPr/>
          <p:nvPr userDrawn="1"/>
        </p:nvGrpSpPr>
        <p:grpSpPr>
          <a:xfrm>
            <a:off x="170182" y="85030"/>
            <a:ext cx="1271837" cy="432854"/>
            <a:chOff x="170182" y="85030"/>
            <a:chExt cx="1271837" cy="432854"/>
          </a:xfrm>
        </p:grpSpPr>
        <p:pic>
          <p:nvPicPr>
            <p:cNvPr id="14" name="Picture 13">
              <a:extLst>
                <a:ext uri="{FF2B5EF4-FFF2-40B4-BE49-F238E27FC236}">
                  <a16:creationId xmlns:a16="http://schemas.microsoft.com/office/drawing/2014/main" id="{33613DEC-1059-4E89-8221-5EBA7BC38085}"/>
                </a:ext>
              </a:extLst>
            </p:cNvPr>
            <p:cNvPicPr>
              <a:picLocks noChangeAspect="1"/>
            </p:cNvPicPr>
            <p:nvPr userDrawn="1"/>
          </p:nvPicPr>
          <p:blipFill rotWithShape="1">
            <a:blip r:embed="rId7"/>
            <a:srcRect l="67485" r="3467"/>
            <a:stretch/>
          </p:blipFill>
          <p:spPr>
            <a:xfrm>
              <a:off x="170182" y="89345"/>
              <a:ext cx="343503" cy="348186"/>
            </a:xfrm>
            <a:prstGeom prst="rect">
              <a:avLst/>
            </a:prstGeom>
          </p:spPr>
        </p:pic>
        <p:pic>
          <p:nvPicPr>
            <p:cNvPr id="15" name="Picture 14">
              <a:extLst>
                <a:ext uri="{FF2B5EF4-FFF2-40B4-BE49-F238E27FC236}">
                  <a16:creationId xmlns:a16="http://schemas.microsoft.com/office/drawing/2014/main" id="{241EC301-0BDF-48E8-8DEF-9E3A91878EC8}"/>
                </a:ext>
              </a:extLst>
            </p:cNvPr>
            <p:cNvPicPr>
              <a:picLocks noChangeAspect="1"/>
            </p:cNvPicPr>
            <p:nvPr userDrawn="1"/>
          </p:nvPicPr>
          <p:blipFill rotWithShape="1">
            <a:blip r:embed="rId7"/>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40515383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rgbClr val="FFFFFF"/>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2798016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2"/>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5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sp>
        <p:nvSpPr>
          <p:cNvPr id="8" name="Date Placeholder 7"/>
          <p:cNvSpPr>
            <a:spLocks noGrp="1"/>
          </p:cNvSpPr>
          <p:nvPr>
            <p:ph type="dt" sz="half" idx="10"/>
          </p:nvPr>
        </p:nvSpPr>
        <p:spPr/>
        <p:txBody>
          <a:bodyPr/>
          <a:lstStyle>
            <a:lvl1pPr rtl="1" eaLnBrk="1">
              <a:defRPr>
                <a:latin typeface="+mn-lt"/>
                <a:ea typeface="+mn-ea"/>
                <a:cs typeface="+mn-cs"/>
                <a:sym typeface="+mn-lt"/>
              </a:defRPr>
            </a:lvl1pPr>
          </a:lstStyle>
          <a:p>
            <a:endParaRPr lang="ar-AE" dirty="0"/>
          </a:p>
        </p:txBody>
      </p:sp>
      <p:sp>
        <p:nvSpPr>
          <p:cNvPr id="6" name="Rectangle 5"/>
          <p:cNvSpPr/>
          <p:nvPr userDrawn="1"/>
        </p:nvSpPr>
        <p:spPr bwMode="white">
          <a:xfrm>
            <a:off x="10630512" y="625475"/>
            <a:ext cx="932688" cy="932688"/>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rtl="1" eaLnBrk="1"/>
            <a:endParaRPr lang="ar-AE" sz="1200" dirty="0">
              <a:solidFill>
                <a:schemeClr val="bg1"/>
              </a:solidFill>
              <a:latin typeface="+mn-lt"/>
              <a:ea typeface="+mn-ea"/>
              <a:cs typeface="+mn-cs"/>
              <a:sym typeface="+mn-lt"/>
            </a:endParaRPr>
          </a:p>
        </p:txBody>
      </p:sp>
      <p:sp>
        <p:nvSpPr>
          <p:cNvPr id="7" name="Title 1"/>
          <p:cNvSpPr>
            <a:spLocks noGrp="1"/>
          </p:cNvSpPr>
          <p:nvPr>
            <p:ph type="title" hasCustomPrompt="1"/>
          </p:nvPr>
        </p:nvSpPr>
        <p:spPr>
          <a:xfrm>
            <a:off x="630000" y="3826333"/>
            <a:ext cx="10933200" cy="1606550"/>
          </a:xfrm>
          <a:prstGeom prst="rect">
            <a:avLst/>
          </a:prstGeom>
        </p:spPr>
        <p:txBody>
          <a:bodyPr vert="horz" anchor="b">
            <a:noAutofit/>
          </a:bodyPr>
          <a:lstStyle>
            <a:lvl1pPr marL="0" algn="r" defTabSz="914400" rtl="1" eaLnBrk="1" fontAlgn="auto" latinLnBrk="0" hangingPunct="1">
              <a:lnSpc>
                <a:spcPts val="6000"/>
              </a:lnSpc>
              <a:spcBef>
                <a:spcPts val="0"/>
              </a:spcBef>
              <a:spcAft>
                <a:spcPts val="0"/>
              </a:spcAft>
              <a:defRPr lang="en-US" sz="5400" kern="1200" baseline="0" dirty="0">
                <a:solidFill>
                  <a:schemeClr val="tx2"/>
                </a:solidFill>
                <a:latin typeface="+mj-lt"/>
                <a:ea typeface="+mj-ea"/>
                <a:cs typeface="+mj-cs"/>
                <a:sym typeface="+mj-lt"/>
              </a:defRPr>
            </a:lvl1pPr>
          </a:lstStyle>
          <a:p>
            <a:r>
              <a:rPr lang="ar-AE" dirty="0"/>
              <a:t>انقر لإضافة نص بيان كبير</a:t>
            </a:r>
          </a:p>
        </p:txBody>
      </p:sp>
      <p:sp>
        <p:nvSpPr>
          <p:cNvPr id="12"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spTree>
    <p:extLst>
      <p:ext uri="{BB962C8B-B14F-4D97-AF65-F5344CB8AC3E}">
        <p14:creationId xmlns:p14="http://schemas.microsoft.com/office/powerpoint/2010/main" val="2765258835"/>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rgbClr val="004C48"/>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99571477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5400000">
            <a:off x="4625282"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rgbClr val="006C67"/>
          </a:solidFill>
          <a:ln>
            <a:noFill/>
          </a:ln>
          <a:effectLst/>
        </p:spPr>
        <p:txBody>
          <a:bodyPr vert="horz" wrap="square" lIns="91440" tIns="45720" rIns="91440" bIns="45720" numCol="1" anchor="t" anchorCtr="0" compatLnSpc="1">
            <a:prstTxWarp prst="textNoShape">
              <a:avLst/>
            </a:prstTxWarp>
            <a:noAutofit/>
          </a:bodyPr>
          <a:lstStyle/>
          <a:p>
            <a:pPr algn="r" rtl="1" eaLnBrk="1"/>
            <a:endParaRPr lang="ar-AE" dirty="0">
              <a:latin typeface="+mn-lt"/>
              <a:ea typeface="+mn-ea"/>
              <a:cs typeface="+mn-cs"/>
              <a:sym typeface="+mn-lt"/>
            </a:endParaRPr>
          </a:p>
        </p:txBody>
      </p:sp>
      <p:sp>
        <p:nvSpPr>
          <p:cNvPr id="8" name="Date Placeholder 3"/>
          <p:cNvSpPr>
            <a:spLocks noGrp="1"/>
          </p:cNvSpPr>
          <p:nvPr userDrawn="1">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solidFill>
                <a:latin typeface="+mn-lt"/>
                <a:ea typeface="+mn-ea"/>
                <a:cs typeface="+mn-cs"/>
                <a:sym typeface="+mn-lt"/>
              </a:defRPr>
            </a:lvl1pPr>
          </a:lstStyle>
          <a:p>
            <a:endParaRPr lang="ar-AE" dirty="0"/>
          </a:p>
        </p:txBody>
      </p:sp>
      <p:sp>
        <p:nvSpPr>
          <p:cNvPr id="9" name="TextBox 8"/>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grpSp>
        <p:nvGrpSpPr>
          <p:cNvPr id="11" name="Group 10">
            <a:extLst>
              <a:ext uri="{FF2B5EF4-FFF2-40B4-BE49-F238E27FC236}">
                <a16:creationId xmlns:a16="http://schemas.microsoft.com/office/drawing/2014/main" id="{F1AD6A25-EDA4-4523-93A7-209244D81AB7}"/>
              </a:ext>
            </a:extLst>
          </p:cNvPr>
          <p:cNvGrpSpPr/>
          <p:nvPr userDrawn="1"/>
        </p:nvGrpSpPr>
        <p:grpSpPr>
          <a:xfrm>
            <a:off x="170182" y="85030"/>
            <a:ext cx="1271837" cy="432854"/>
            <a:chOff x="170182" y="85030"/>
            <a:chExt cx="1271837" cy="432854"/>
          </a:xfrm>
        </p:grpSpPr>
        <p:pic>
          <p:nvPicPr>
            <p:cNvPr id="12" name="Picture 11">
              <a:extLst>
                <a:ext uri="{FF2B5EF4-FFF2-40B4-BE49-F238E27FC236}">
                  <a16:creationId xmlns:a16="http://schemas.microsoft.com/office/drawing/2014/main" id="{B5CC540B-8821-4023-B2CE-47B1199E1E74}"/>
                </a:ext>
              </a:extLst>
            </p:cNvPr>
            <p:cNvPicPr>
              <a:picLocks noChangeAspect="1"/>
            </p:cNvPicPr>
            <p:nvPr userDrawn="1"/>
          </p:nvPicPr>
          <p:blipFill rotWithShape="1">
            <a:blip r:embed="rId6"/>
            <a:srcRect l="67485" r="3467"/>
            <a:stretch/>
          </p:blipFill>
          <p:spPr>
            <a:xfrm>
              <a:off x="170182" y="89345"/>
              <a:ext cx="343503" cy="348186"/>
            </a:xfrm>
            <a:prstGeom prst="rect">
              <a:avLst/>
            </a:prstGeom>
          </p:spPr>
        </p:pic>
        <p:pic>
          <p:nvPicPr>
            <p:cNvPr id="13" name="Picture 12">
              <a:extLst>
                <a:ext uri="{FF2B5EF4-FFF2-40B4-BE49-F238E27FC236}">
                  <a16:creationId xmlns:a16="http://schemas.microsoft.com/office/drawing/2014/main" id="{F668513D-231E-4951-BB4A-59ABA001F4AF}"/>
                </a:ext>
              </a:extLst>
            </p:cNvPr>
            <p:cNvPicPr>
              <a:picLocks noChangeAspect="1"/>
            </p:cNvPicPr>
            <p:nvPr userDrawn="1"/>
          </p:nvPicPr>
          <p:blipFill rotWithShape="1">
            <a:blip r:embed="rId6"/>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1000399775"/>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85000"/>
            <a:lumOff val="15000"/>
          </a:schemeClr>
        </a:solidFill>
        <a:effectLst/>
      </p:bgPr>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733180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6" name="Object 5"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2"/>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2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sp>
        <p:nvSpPr>
          <p:cNvPr id="2" name="Title 1"/>
          <p:cNvSpPr>
            <a:spLocks noGrp="1"/>
          </p:cNvSpPr>
          <p:nvPr>
            <p:ph type="title" hasCustomPrompt="1"/>
          </p:nvPr>
        </p:nvSpPr>
        <p:spPr>
          <a:xfrm>
            <a:off x="630000" y="622800"/>
            <a:ext cx="10933200" cy="341632"/>
          </a:xfrm>
        </p:spPr>
        <p:txBody>
          <a:bodyPr vert="horz"/>
          <a:lstStyle>
            <a:lvl1pPr rtl="1">
              <a:defRPr>
                <a:solidFill>
                  <a:schemeClr val="bg1"/>
                </a:solidFill>
                <a:latin typeface="+mj-lt"/>
                <a:ea typeface="+mj-ea"/>
                <a:cs typeface="+mj-cs"/>
                <a:sym typeface="+mj-lt"/>
              </a:defRPr>
            </a:lvl1pPr>
          </a:lstStyle>
          <a:p>
            <a:r>
              <a:rPr lang="ar-AE" dirty="0"/>
              <a:t>اضغط لإضافة عنوان</a:t>
            </a:r>
          </a:p>
        </p:txBody>
      </p:sp>
      <p:sp>
        <p:nvSpPr>
          <p:cNvPr id="8"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solidFill>
                <a:latin typeface="+mn-lt"/>
                <a:ea typeface="+mn-ea"/>
                <a:cs typeface="+mn-cs"/>
                <a:sym typeface="+mn-lt"/>
              </a:defRPr>
            </a:lvl1pPr>
          </a:lstStyle>
          <a:p>
            <a:endParaRPr lang="ar-AE" dirty="0"/>
          </a:p>
        </p:txBody>
      </p:sp>
      <p:sp>
        <p:nvSpPr>
          <p:cNvPr id="9" name="TextBox 8"/>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sp>
        <p:nvSpPr>
          <p:cNvPr id="13"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11" name="Group 10">
            <a:extLst>
              <a:ext uri="{FF2B5EF4-FFF2-40B4-BE49-F238E27FC236}">
                <a16:creationId xmlns:a16="http://schemas.microsoft.com/office/drawing/2014/main" id="{D17D3907-DC53-4C95-98D8-B337E38D9200}"/>
              </a:ext>
            </a:extLst>
          </p:cNvPr>
          <p:cNvGrpSpPr/>
          <p:nvPr userDrawn="1"/>
        </p:nvGrpSpPr>
        <p:grpSpPr>
          <a:xfrm>
            <a:off x="170182" y="85030"/>
            <a:ext cx="1271837" cy="432854"/>
            <a:chOff x="170182" y="85030"/>
            <a:chExt cx="1271837" cy="432854"/>
          </a:xfrm>
        </p:grpSpPr>
        <p:pic>
          <p:nvPicPr>
            <p:cNvPr id="12" name="Picture 11">
              <a:extLst>
                <a:ext uri="{FF2B5EF4-FFF2-40B4-BE49-F238E27FC236}">
                  <a16:creationId xmlns:a16="http://schemas.microsoft.com/office/drawing/2014/main" id="{195D58A9-1D62-4E96-B211-06DE0FC00023}"/>
                </a:ext>
              </a:extLst>
            </p:cNvPr>
            <p:cNvPicPr>
              <a:picLocks noChangeAspect="1"/>
            </p:cNvPicPr>
            <p:nvPr userDrawn="1"/>
          </p:nvPicPr>
          <p:blipFill rotWithShape="1">
            <a:blip r:embed="rId6"/>
            <a:srcRect l="67485" r="3467"/>
            <a:stretch/>
          </p:blipFill>
          <p:spPr>
            <a:xfrm>
              <a:off x="170182" y="89345"/>
              <a:ext cx="343503" cy="348186"/>
            </a:xfrm>
            <a:prstGeom prst="rect">
              <a:avLst/>
            </a:prstGeom>
          </p:spPr>
        </p:pic>
        <p:pic>
          <p:nvPicPr>
            <p:cNvPr id="14" name="Picture 13">
              <a:extLst>
                <a:ext uri="{FF2B5EF4-FFF2-40B4-BE49-F238E27FC236}">
                  <a16:creationId xmlns:a16="http://schemas.microsoft.com/office/drawing/2014/main" id="{B67FE561-1F51-4AFC-B4B5-A744376AC86B}"/>
                </a:ext>
              </a:extLst>
            </p:cNvPr>
            <p:cNvPicPr>
              <a:picLocks noChangeAspect="1"/>
            </p:cNvPicPr>
            <p:nvPr userDrawn="1"/>
          </p:nvPicPr>
          <p:blipFill rotWithShape="1">
            <a:blip r:embed="rId6"/>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3276260506"/>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18691017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2" name="Object 1"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3"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sp>
        <p:nvSpPr>
          <p:cNvPr id="15"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rtl="1" eaLnBrk="1">
              <a:lnSpc>
                <a:spcPct val="90000"/>
              </a:lnSpc>
              <a:spcAft>
                <a:spcPts val="1000"/>
              </a:spcAft>
            </a:pPr>
            <a:endParaRPr lang="ar-AE" sz="1200" dirty="0">
              <a:solidFill>
                <a:prstClr val="white"/>
              </a:solidFill>
              <a:latin typeface="+mn-lt"/>
              <a:ea typeface="+mn-ea"/>
              <a:cs typeface="+mn-cs"/>
              <a:sym typeface="+mn-lt"/>
            </a:endParaRPr>
          </a:p>
        </p:txBody>
      </p:sp>
      <p:sp>
        <p:nvSpPr>
          <p:cNvPr id="16"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rtl="1" eaLnBrk="1">
              <a:lnSpc>
                <a:spcPct val="90000"/>
              </a:lnSpc>
              <a:spcAft>
                <a:spcPts val="1000"/>
              </a:spcAft>
            </a:pPr>
            <a:endParaRPr lang="ar-AE" sz="1200" dirty="0">
              <a:solidFill>
                <a:prstClr val="white"/>
              </a:solidFill>
              <a:latin typeface="+mn-lt"/>
              <a:ea typeface="+mn-ea"/>
              <a:cs typeface="+mn-cs"/>
              <a:sym typeface="+mn-lt"/>
            </a:endParaRPr>
          </a:p>
        </p:txBody>
      </p:sp>
      <p:sp>
        <p:nvSpPr>
          <p:cNvPr id="18" name="TextBox 17"/>
          <p:cNvSpPr txBox="1"/>
          <p:nvPr userDrawn="1"/>
        </p:nvSpPr>
        <p:spPr>
          <a:xfrm>
            <a:off x="630000" y="2577934"/>
            <a:ext cx="2819400" cy="1761764"/>
          </a:xfrm>
          <a:prstGeom prst="rect">
            <a:avLst/>
          </a:prstGeom>
          <a:noFill/>
        </p:spPr>
        <p:txBody>
          <a:bodyPr wrap="square" lIns="0" tIns="0" rIns="0" bIns="0" rtlCol="0" anchor="ctr">
            <a:spAutoFit/>
          </a:bodyPr>
          <a:lstStyle/>
          <a:p>
            <a:pPr marL="0" indent="0" algn="l" rtl="1">
              <a:lnSpc>
                <a:spcPct val="106000"/>
              </a:lnSpc>
              <a:spcAft>
                <a:spcPts val="700"/>
              </a:spcAft>
              <a:buFontTx/>
              <a:buNone/>
            </a:pPr>
            <a:r>
              <a:rPr lang="ar-AE" sz="5400" dirty="0">
                <a:solidFill>
                  <a:schemeClr val="tx2"/>
                </a:solidFill>
                <a:latin typeface="+mn-lt"/>
                <a:ea typeface="+mn-ea"/>
                <a:cs typeface="+mn-cs"/>
                <a:sym typeface="+mn-lt"/>
              </a:rPr>
              <a:t>جدول المحتويات</a:t>
            </a:r>
          </a:p>
        </p:txBody>
      </p:sp>
      <p:pic>
        <p:nvPicPr>
          <p:cNvPr id="19" name="Picture 18"/>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
        <p:nvSpPr>
          <p:cNvPr id="21" name="TextBox 20"/>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lumMod val="50000"/>
                  </a:schemeClr>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lumMod val="50000"/>
                </a:schemeClr>
              </a:solidFill>
              <a:latin typeface="+mn-lt"/>
              <a:ea typeface="+mn-ea"/>
              <a:cs typeface="+mn-cs"/>
              <a:sym typeface="+mn-lt"/>
            </a:endParaRPr>
          </a:p>
        </p:txBody>
      </p:sp>
      <p:grpSp>
        <p:nvGrpSpPr>
          <p:cNvPr id="14" name="Group 13">
            <a:extLst>
              <a:ext uri="{FF2B5EF4-FFF2-40B4-BE49-F238E27FC236}">
                <a16:creationId xmlns:a16="http://schemas.microsoft.com/office/drawing/2014/main" id="{10480611-5D79-410F-AC3B-808CE4793F93}"/>
              </a:ext>
            </a:extLst>
          </p:cNvPr>
          <p:cNvGrpSpPr/>
          <p:nvPr userDrawn="1"/>
        </p:nvGrpSpPr>
        <p:grpSpPr>
          <a:xfrm>
            <a:off x="170182" y="86876"/>
            <a:ext cx="1306195" cy="432854"/>
            <a:chOff x="170182" y="86876"/>
            <a:chExt cx="1306195" cy="432854"/>
          </a:xfrm>
        </p:grpSpPr>
        <p:pic>
          <p:nvPicPr>
            <p:cNvPr id="17" name="Picture 16">
              <a:extLst>
                <a:ext uri="{FF2B5EF4-FFF2-40B4-BE49-F238E27FC236}">
                  <a16:creationId xmlns:a16="http://schemas.microsoft.com/office/drawing/2014/main" id="{255CBAC1-E598-4C8B-9E7E-2E971154518D}"/>
                </a:ext>
              </a:extLst>
            </p:cNvPr>
            <p:cNvPicPr>
              <a:picLocks noChangeAspect="1"/>
            </p:cNvPicPr>
            <p:nvPr userDrawn="1"/>
          </p:nvPicPr>
          <p:blipFill rotWithShape="1">
            <a:blip r:embed="rId7"/>
            <a:srcRect r="33081"/>
            <a:stretch/>
          </p:blipFill>
          <p:spPr>
            <a:xfrm>
              <a:off x="493159" y="86876"/>
              <a:ext cx="983218" cy="432854"/>
            </a:xfrm>
            <a:prstGeom prst="rect">
              <a:avLst/>
            </a:prstGeom>
          </p:spPr>
        </p:pic>
        <p:pic>
          <p:nvPicPr>
            <p:cNvPr id="20" name="Picture 19">
              <a:extLst>
                <a:ext uri="{FF2B5EF4-FFF2-40B4-BE49-F238E27FC236}">
                  <a16:creationId xmlns:a16="http://schemas.microsoft.com/office/drawing/2014/main" id="{C5DA7AD1-6834-4F7F-BEF0-FBDAE53BE59F}"/>
                </a:ext>
              </a:extLst>
            </p:cNvPr>
            <p:cNvPicPr>
              <a:picLocks noChangeAspect="1"/>
            </p:cNvPicPr>
            <p:nvPr userDrawn="1"/>
          </p:nvPicPr>
          <p:blipFill rotWithShape="1">
            <a:blip r:embed="rId7"/>
            <a:srcRect l="67278"/>
            <a:stretch/>
          </p:blipFill>
          <p:spPr>
            <a:xfrm>
              <a:off x="170182" y="89345"/>
              <a:ext cx="386728" cy="348186"/>
            </a:xfrm>
            <a:prstGeom prst="rect">
              <a:avLst/>
            </a:prstGeom>
          </p:spPr>
        </p:pic>
      </p:grpSp>
    </p:spTree>
    <p:extLst>
      <p:ext uri="{BB962C8B-B14F-4D97-AF65-F5344CB8AC3E}">
        <p14:creationId xmlns:p14="http://schemas.microsoft.com/office/powerpoint/2010/main" val="41425841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9236557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2" name="Object 1"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solidFill>
                <a:latin typeface="+mn-lt"/>
                <a:ea typeface="+mn-ea"/>
                <a:cs typeface="+mn-cs"/>
                <a:sym typeface="+mn-lt"/>
              </a:defRPr>
            </a:lvl1pPr>
          </a:lstStyle>
          <a:p>
            <a:endParaRPr lang="ar-AE" dirty="0"/>
          </a:p>
        </p:txBody>
      </p:sp>
      <p:sp>
        <p:nvSpPr>
          <p:cNvPr id="8" name="TextBox 7"/>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sp>
        <p:nvSpPr>
          <p:cNvPr id="10"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9" name="Group 8">
            <a:extLst>
              <a:ext uri="{FF2B5EF4-FFF2-40B4-BE49-F238E27FC236}">
                <a16:creationId xmlns:a16="http://schemas.microsoft.com/office/drawing/2014/main" id="{1447795F-5CB5-4300-B1FD-32CCDCBB1350}"/>
              </a:ext>
            </a:extLst>
          </p:cNvPr>
          <p:cNvGrpSpPr/>
          <p:nvPr userDrawn="1"/>
        </p:nvGrpSpPr>
        <p:grpSpPr>
          <a:xfrm>
            <a:off x="170182" y="85030"/>
            <a:ext cx="1271837" cy="432854"/>
            <a:chOff x="170182" y="85030"/>
            <a:chExt cx="1271837" cy="432854"/>
          </a:xfrm>
        </p:grpSpPr>
        <p:pic>
          <p:nvPicPr>
            <p:cNvPr id="11" name="Picture 10">
              <a:extLst>
                <a:ext uri="{FF2B5EF4-FFF2-40B4-BE49-F238E27FC236}">
                  <a16:creationId xmlns:a16="http://schemas.microsoft.com/office/drawing/2014/main" id="{19E0932F-5082-47FF-B441-9D84E2920D2B}"/>
                </a:ext>
              </a:extLst>
            </p:cNvPr>
            <p:cNvPicPr>
              <a:picLocks noChangeAspect="1"/>
            </p:cNvPicPr>
            <p:nvPr userDrawn="1"/>
          </p:nvPicPr>
          <p:blipFill rotWithShape="1">
            <a:blip r:embed="rId6"/>
            <a:srcRect l="67485" r="3467"/>
            <a:stretch/>
          </p:blipFill>
          <p:spPr>
            <a:xfrm>
              <a:off x="170182" y="89345"/>
              <a:ext cx="343503" cy="348186"/>
            </a:xfrm>
            <a:prstGeom prst="rect">
              <a:avLst/>
            </a:prstGeom>
          </p:spPr>
        </p:pic>
        <p:pic>
          <p:nvPicPr>
            <p:cNvPr id="12" name="Picture 11">
              <a:extLst>
                <a:ext uri="{FF2B5EF4-FFF2-40B4-BE49-F238E27FC236}">
                  <a16:creationId xmlns:a16="http://schemas.microsoft.com/office/drawing/2014/main" id="{9F6F810C-F087-4DCF-8149-FC31F325E8DF}"/>
                </a:ext>
              </a:extLst>
            </p:cNvPr>
            <p:cNvPicPr>
              <a:picLocks noChangeAspect="1"/>
            </p:cNvPicPr>
            <p:nvPr userDrawn="1"/>
          </p:nvPicPr>
          <p:blipFill rotWithShape="1">
            <a:blip r:embed="rId6"/>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25177696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rgbClr val="FFFFFF"/>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2373467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Date Placeholder 6"/>
          <p:cNvSpPr>
            <a:spLocks noGrp="1"/>
          </p:cNvSpPr>
          <p:nvPr>
            <p:ph type="dt" sz="half" idx="10"/>
          </p:nvPr>
        </p:nvSpPr>
        <p:spPr/>
        <p:txBody>
          <a:bodyPr/>
          <a:lstStyle>
            <a:lvl1pPr rtl="1" eaLnBrk="1">
              <a:defRPr>
                <a:latin typeface="+mn-lt"/>
                <a:ea typeface="+mn-ea"/>
                <a:cs typeface="+mn-cs"/>
                <a:sym typeface="+mn-lt"/>
              </a:defRPr>
            </a:lvl1pPr>
          </a:lstStyle>
          <a:p>
            <a:endParaRPr lang="ar-AE" dirty="0"/>
          </a:p>
        </p:txBody>
      </p:sp>
      <p:sp>
        <p:nvSpPr>
          <p:cNvPr id="8"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spTree>
    <p:extLst>
      <p:ext uri="{BB962C8B-B14F-4D97-AF65-F5344CB8AC3E}">
        <p14:creationId xmlns:p14="http://schemas.microsoft.com/office/powerpoint/2010/main" val="1071891218"/>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5013427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Date Placeholder 3"/>
          <p:cNvSpPr>
            <a:spLocks noGrp="1"/>
          </p:cNvSpPr>
          <p:nvPr>
            <p:ph type="dt" sz="half" idx="10"/>
          </p:nvPr>
        </p:nvSpPr>
        <p:spPr/>
        <p:txBody>
          <a:bodyPr/>
          <a:lstStyle>
            <a:lvl1pPr rtl="1" eaLnBrk="1">
              <a:defRPr>
                <a:latin typeface="+mn-lt"/>
                <a:ea typeface="+mn-ea"/>
                <a:cs typeface="+mn-cs"/>
                <a:sym typeface="+mn-lt"/>
              </a:defRPr>
            </a:lvl1pPr>
          </a:lstStyle>
          <a:p>
            <a:endParaRPr lang="ar-AE" dirty="0"/>
          </a:p>
        </p:txBody>
      </p:sp>
      <p:sp>
        <p:nvSpPr>
          <p:cNvPr id="6"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sp>
        <p:nvSpPr>
          <p:cNvPr id="7" name="Title 6">
            <a:extLst>
              <a:ext uri="{FF2B5EF4-FFF2-40B4-BE49-F238E27FC236}">
                <a16:creationId xmlns:a16="http://schemas.microsoft.com/office/drawing/2014/main" id="{8BB2FF91-E4DC-471C-A1F3-217BCF592F83}"/>
              </a:ext>
            </a:extLst>
          </p:cNvPr>
          <p:cNvSpPr txBox="1">
            <a:spLocks/>
          </p:cNvSpPr>
          <p:nvPr userDrawn="1"/>
        </p:nvSpPr>
        <p:spPr>
          <a:xfrm>
            <a:off x="7806785" y="2963266"/>
            <a:ext cx="3199529" cy="725968"/>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pPr algn="r" rtl="1"/>
            <a:r>
              <a:rPr lang="ar-SA" sz="5100" b="0" i="0" u="none" baseline="0" dirty="0">
                <a:gradFill>
                  <a:gsLst>
                    <a:gs pos="100000">
                      <a:schemeClr val="tx2"/>
                    </a:gs>
                    <a:gs pos="2000">
                      <a:schemeClr val="accent2"/>
                    </a:gs>
                  </a:gsLst>
                  <a:lin ang="2700000" scaled="0"/>
                </a:gradFill>
                <a:latin typeface="Sakkal Majalla" panose="02000000000000000000" pitchFamily="2" charset="-78"/>
                <a:ea typeface="+mn-lt"/>
                <a:cs typeface="Sakkal Majalla" panose="02000000000000000000" pitchFamily="2" charset="-78"/>
                <a:sym typeface="Trebuchet MS" panose="020B0603020202020204" pitchFamily="34" charset="0"/>
              </a:rPr>
              <a:t>إخلاء مسؤولية</a:t>
            </a:r>
          </a:p>
        </p:txBody>
      </p:sp>
      <p:cxnSp>
        <p:nvCxnSpPr>
          <p:cNvPr id="8" name="Straight Connector 7">
            <a:extLst>
              <a:ext uri="{FF2B5EF4-FFF2-40B4-BE49-F238E27FC236}">
                <a16:creationId xmlns:a16="http://schemas.microsoft.com/office/drawing/2014/main" id="{7EADFF4B-8D3D-47E7-BAC7-3640D54EDD83}"/>
              </a:ext>
            </a:extLst>
          </p:cNvPr>
          <p:cNvCxnSpPr/>
          <p:nvPr userDrawn="1"/>
        </p:nvCxnSpPr>
        <p:spPr>
          <a:xfrm>
            <a:off x="7445403"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1B04B337-0063-4C81-866C-5D2304FA487A}"/>
              </a:ext>
            </a:extLst>
          </p:cNvPr>
          <p:cNvSpPr/>
          <p:nvPr userDrawn="1"/>
        </p:nvSpPr>
        <p:spPr>
          <a:xfrm>
            <a:off x="656292" y="1718118"/>
            <a:ext cx="6209072" cy="3216265"/>
          </a:xfrm>
          <a:prstGeom prst="rect">
            <a:avLst/>
          </a:prstGeom>
        </p:spPr>
        <p:txBody>
          <a:bodyPr wrap="square" lIns="0" tIns="0" rIns="0" bIns="0" anchor="ctr">
            <a:spAutoFit/>
          </a:bodyPr>
          <a:lstStyle/>
          <a:p>
            <a:pPr indent="0" algn="just" rtl="1">
              <a:lnSpc>
                <a:spcPct val="100000"/>
              </a:lnSpc>
            </a:pPr>
            <a:r>
              <a:rPr lang="ar-SA" sz="1100" b="0" i="0" u="none" baseline="0">
                <a:latin typeface="Sakkal Majalla" panose="02000000000000000000" pitchFamily="2" charset="-78"/>
                <a:ea typeface="+mn-lt"/>
                <a:cs typeface="Sakkal Majalla" panose="02000000000000000000" pitchFamily="2" charset="-78"/>
                <a:sym typeface="Trebuchet MS" panose="020B0603020202020204" pitchFamily="34" charset="0"/>
              </a:rPr>
              <a:t>إخلاء مسؤولية: </a:t>
            </a:r>
          </a:p>
          <a:p>
            <a:pPr indent="0" algn="just" rtl="1">
              <a:lnSpc>
                <a:spcPct val="100000"/>
              </a:lnSpc>
            </a:pPr>
            <a:endParaRPr lang="ar-SA" sz="1100" b="0">
              <a:latin typeface="Sakkal Majalla" panose="02000000000000000000" pitchFamily="2" charset="-78"/>
              <a:cs typeface="Sakkal Majalla" panose="02000000000000000000" pitchFamily="2" charset="-78"/>
              <a:sym typeface="Trebuchet MS" panose="020B0603020202020204" pitchFamily="34" charset="0"/>
            </a:endParaRPr>
          </a:p>
          <a:p>
            <a:pPr indent="0" algn="just" rtl="1">
              <a:lnSpc>
                <a:spcPct val="100000"/>
              </a:lnSpc>
            </a:pPr>
            <a:r>
              <a:rPr lang="ar-SA" sz="1100" b="0" i="0" u="none" baseline="0">
                <a:latin typeface="Sakkal Majalla" panose="02000000000000000000" pitchFamily="2" charset="-78"/>
                <a:ea typeface="+mn-lt"/>
                <a:cs typeface="Sakkal Majalla" panose="02000000000000000000" pitchFamily="2" charset="-78"/>
                <a:sym typeface="Trebuchet MS" panose="020B0603020202020204" pitchFamily="34" charset="0"/>
              </a:rPr>
              <a:t>تخضع الخدمات والمواد المقدمة للشروط والأحكام القياسية المعتمدة لدينا (والتي يمكن الحصول على نسخة منها عند الطلب) أو لأي اتفاق آخر قد أبرم معنا في وقت سابق،   ولا تقدم  شركة بوسطن كونسلتينغ جروب أي استشارة قانونية، أو محاسبية، أو ضريبية.  ويتحمل العميل مسؤولية الحصول على مشورة مستقلة فيما يخص هذه الأمور، علمًا بأن هذه المشورة قد تؤثر على التوجيه المقدم من جهتنا،  ولا تتعهد شركة بوسطن كونسلتينغ جروب بتحديث هذه المواد بعد تاريخ صدورها، حتى وإن تقادمت المعلومات الواردة فيها وفقدت دقتها مع مرور الوقت.</a:t>
            </a:r>
          </a:p>
          <a:p>
            <a:pPr indent="0" algn="just" rtl="1">
              <a:lnSpc>
                <a:spcPct val="100000"/>
              </a:lnSpc>
            </a:pPr>
            <a:endParaRPr lang="ar-SA" sz="1100" b="0">
              <a:latin typeface="Sakkal Majalla" panose="02000000000000000000" pitchFamily="2" charset="-78"/>
              <a:cs typeface="Sakkal Majalla" panose="02000000000000000000" pitchFamily="2" charset="-78"/>
              <a:sym typeface="Trebuchet MS" panose="020B0603020202020204" pitchFamily="34" charset="0"/>
            </a:endParaRPr>
          </a:p>
          <a:p>
            <a:pPr indent="0" algn="just" rtl="1">
              <a:lnSpc>
                <a:spcPct val="100000"/>
              </a:lnSpc>
            </a:pPr>
            <a:r>
              <a:rPr lang="ar-SA" sz="1100" b="0" i="0" u="none" baseline="0">
                <a:latin typeface="Sakkal Majalla" panose="02000000000000000000" pitchFamily="2" charset="-78"/>
                <a:ea typeface="+mn-lt"/>
                <a:cs typeface="Sakkal Majalla" panose="02000000000000000000" pitchFamily="2" charset="-78"/>
                <a:sym typeface="Trebuchet MS" panose="020B0603020202020204" pitchFamily="34" charset="0"/>
              </a:rPr>
              <a:t> يتمثل الهدف من المعلومات الواردة في هذا العرض التقديمي في الاستخدام  الحصري من قبل مجلس الإدارة أو الإدارة العليا لدى العميل، وللأغراض الموضحة في العرض دون غيرها.   ولا يجوز نسخ هذه المعلومات أو الإفصاح عنها لأي شخص أو هيئة خلاف العميل ("الأطراف الأخرى") إلا بموافقة كتابية مُسبقة من شركة بوسطن كونسلتينغ جروب.   وتُستخدم هذه المواد فقط كنقاط أساسية للمناقشة؛ وتعد غير مُكتملة ما لم يصاحبها تعليق شفهي ولا يُعتد بها كوثيقة مستقلة،  ومن ثم، لا يجوز لأي طرف آخر، وليس من المستساغ له، الاعتماد على هذه المعلومات لأي غرض كان.  وفي نطاق ما يجيزه القانون (وما لم تتفق شركة بوسطن كونسلتينغ جروب على خلافه بموجب محرر كتابي موقع عليه)، لا نتحمل أي مسؤولية تجاه أي طرف آخر؛ ويتنازل أي طرف آخر بموجبه عن أي حقوق أو مطالب ضدنا فيما يتعلق بالخدمات أو هذا العرض أو أي مواد أخرى، بما يشمل دقتها أو اكتمالها،  ويُعد استلام هذه الوثيقة والاطلاع عليها بمثابة موافقة على ما سبق والعلم به.</a:t>
            </a:r>
          </a:p>
          <a:p>
            <a:pPr indent="0" algn="just" rtl="1">
              <a:lnSpc>
                <a:spcPct val="100000"/>
              </a:lnSpc>
            </a:pPr>
            <a:endParaRPr lang="ar-SA" sz="1100" b="0">
              <a:latin typeface="Sakkal Majalla" panose="02000000000000000000" pitchFamily="2" charset="-78"/>
              <a:cs typeface="Sakkal Majalla" panose="02000000000000000000" pitchFamily="2" charset="-78"/>
              <a:sym typeface="Trebuchet MS" panose="020B0603020202020204" pitchFamily="34" charset="0"/>
            </a:endParaRPr>
          </a:p>
          <a:p>
            <a:pPr indent="0" algn="just" rtl="1">
              <a:lnSpc>
                <a:spcPct val="100000"/>
              </a:lnSpc>
            </a:pPr>
            <a:r>
              <a:rPr lang="ar-SA" sz="1100" b="0" i="0" u="none" baseline="0">
                <a:latin typeface="Sakkal Majalla" panose="02000000000000000000" pitchFamily="2" charset="-78"/>
                <a:ea typeface="+mn-lt"/>
                <a:cs typeface="Sakkal Majalla" panose="02000000000000000000" pitchFamily="2" charset="-78"/>
                <a:sym typeface="Trebuchet MS" panose="020B0603020202020204" pitchFamily="34" charset="0"/>
              </a:rPr>
              <a:t>ولا تقدم شركة بوسطن كونسلتينغ جروب أي رأي يتعلق بالنزاهة أو أي تقييم لمعاملات في السوق،  وليس في هذه المعلومات ما يُعتمد عليه أو يُفسر على هذا النحو.  وذلك مع العلم بأن ما ورد في هذه المعلومات من تقييمات مالية، ومعلومات بشأن توقعات السوق والتوقعات المالية، وما تم التوصل إليه من استنتاجات، كلها يعتمد على منهجيات تقييم معيارية، وليست توقعات مؤكدة ولا تضمن شركة بوسطن كونسلتينغ جروب صحتها. ولقد استعانت شركة بوسطن كونسلتينغ جروب بما قدمه إليها العميل من بيانات وافتراضات عامة وسرية، أو أيهما، دون أن تتحقق بصفة مستقلة من صحة هذه البيانات والافتراضات المستخدمة في هذه التحليلات. ومن الواضح أن التحليلات والاستنتاجات ستتأثر بأي تغيير يجرى على البيانات الأساسية والافتراضات التشغيلية.</a:t>
            </a:r>
            <a:endParaRPr lang="ar-SA" sz="1100" b="0" i="0" u="none" baseline="0" dirty="0">
              <a:latin typeface="Sakkal Majalla" panose="02000000000000000000" pitchFamily="2" charset="-78"/>
              <a:ea typeface="+mn-lt"/>
              <a:cs typeface="Sakkal Majalla" panose="02000000000000000000" pitchFamily="2" charset="-78"/>
              <a:sym typeface="Trebuchet MS" panose="020B0603020202020204" pitchFamily="34" charset="0"/>
            </a:endParaRPr>
          </a:p>
        </p:txBody>
      </p:sp>
    </p:spTree>
    <p:extLst>
      <p:ext uri="{BB962C8B-B14F-4D97-AF65-F5344CB8AC3E}">
        <p14:creationId xmlns:p14="http://schemas.microsoft.com/office/powerpoint/2010/main" val="1769455736"/>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D. En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92824634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5" name="Picture 4"/>
          <p:cNvPicPr>
            <a:picLocks noChangeAspect="1"/>
          </p:cNvPicPr>
          <p:nvPr userDrawn="1"/>
        </p:nvPicPr>
        <p:blipFill rotWithShape="1">
          <a:blip r:embed="rId5" cstate="email">
            <a:extLst>
              <a:ext uri="{28A0092B-C50C-407E-A947-70E740481C1C}">
                <a14:useLocalDpi xmlns:a14="http://schemas.microsoft.com/office/drawing/2010/main"/>
              </a:ext>
            </a:extLst>
          </a:blip>
          <a:srcRect r="1844"/>
          <a:stretch/>
        </p:blipFill>
        <p:spPr>
          <a:xfrm>
            <a:off x="2003977" y="561096"/>
            <a:ext cx="10178295" cy="6234890"/>
          </a:xfrm>
          <a:prstGeom prst="rect">
            <a:avLst/>
          </a:prstGeom>
        </p:spPr>
      </p:pic>
      <p:sp>
        <p:nvSpPr>
          <p:cNvPr id="6" name="Title 5"/>
          <p:cNvSpPr>
            <a:spLocks noGrp="1"/>
          </p:cNvSpPr>
          <p:nvPr>
            <p:ph type="ctrTitle" hasCustomPrompt="1"/>
          </p:nvPr>
        </p:nvSpPr>
        <p:spPr>
          <a:xfrm>
            <a:off x="667408" y="1659004"/>
            <a:ext cx="7344478" cy="1638300"/>
          </a:xfrm>
        </p:spPr>
        <p:txBody>
          <a:bodyPr vert="horz" lIns="0" tIns="0" rIns="0" bIns="0" anchor="b">
            <a:normAutofit/>
          </a:bodyPr>
          <a:lstStyle>
            <a:lvl1pPr algn="r" rtl="1">
              <a:defRPr sz="5400">
                <a:solidFill>
                  <a:srgbClr val="006C67"/>
                </a:solidFill>
                <a:latin typeface="+mj-lt"/>
                <a:ea typeface="+mj-ea"/>
                <a:cs typeface="+mj-cs"/>
                <a:sym typeface="+mj-lt"/>
              </a:defRPr>
            </a:lvl1pPr>
          </a:lstStyle>
          <a:p>
            <a:r>
              <a:rPr lang="ar-AE" dirty="0"/>
              <a:t>شكرا لك</a:t>
            </a:r>
          </a:p>
        </p:txBody>
      </p:sp>
      <p:pic>
        <p:nvPicPr>
          <p:cNvPr id="7" name="Picture 6"/>
          <p:cNvPicPr>
            <a:picLocks noChangeAspect="1"/>
          </p:cNvPicPr>
          <p:nvPr userDrawn="1"/>
        </p:nvPicPr>
        <p:blipFill rotWithShape="1">
          <a:blip r:embed="rId6"/>
          <a:srcRect/>
          <a:stretch/>
        </p:blipFill>
        <p:spPr>
          <a:xfrm>
            <a:off x="562633" y="3343543"/>
            <a:ext cx="7260614" cy="71407"/>
          </a:xfrm>
          <a:prstGeom prst="rect">
            <a:avLst/>
          </a:prstGeom>
        </p:spPr>
      </p:pic>
      <p:pic>
        <p:nvPicPr>
          <p:cNvPr id="8" name="Picture 7"/>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a:off x="0" y="6668392"/>
            <a:ext cx="12192000" cy="252811"/>
          </a:xfrm>
          <a:prstGeom prst="rect">
            <a:avLst/>
          </a:prstGeom>
        </p:spPr>
      </p:pic>
      <p:pic>
        <p:nvPicPr>
          <p:cNvPr id="9" name="Picture 8"/>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a:off x="0" y="0"/>
            <a:ext cx="12192000" cy="252811"/>
          </a:xfrm>
          <a:prstGeom prst="rect">
            <a:avLst/>
          </a:prstGeom>
        </p:spPr>
      </p:pic>
      <p:pic>
        <p:nvPicPr>
          <p:cNvPr id="11" name="Graphic 10">
            <a:extLst>
              <a:ext uri="{FF2B5EF4-FFF2-40B4-BE49-F238E27FC236}">
                <a16:creationId xmlns:a16="http://schemas.microsoft.com/office/drawing/2014/main" id="{9560837A-2870-48EB-9DAB-9BCFD243BE44}"/>
              </a:ext>
            </a:extLst>
          </p:cNvPr>
          <p:cNvPicPr>
            <a:picLocks noChangeAspect="1"/>
          </p:cNvPicPr>
          <p:nvPr userDrawn="1"/>
        </p:nvPicPr>
        <p:blipFill>
          <a:blip r:embed="momahLogoFallback">
            <a:extLst>
              <a:ext uri="{96DAC541-7B7A-43D3-8B79-37D633B846F1}">
                <asvg:svgBlip xmlns:asvg="http://schemas.microsoft.com/office/drawing/2016/SVG/main" r:embed="rId8"/>
              </a:ext>
            </a:extLst>
          </a:blip>
          <a:stretch>
            <a:fillRect/>
          </a:stretch>
        </p:blipFill>
        <p:spPr>
          <a:xfrm>
            <a:off x="7526215" y="399621"/>
            <a:ext cx="4248151" cy="1246419"/>
          </a:xfrm>
          <a:prstGeom prst="rect">
            <a:avLst/>
          </a:prstGeom>
        </p:spPr>
      </p:pic>
    </p:spTree>
    <p:extLst>
      <p:ext uri="{BB962C8B-B14F-4D97-AF65-F5344CB8AC3E}">
        <p14:creationId xmlns:p14="http://schemas.microsoft.com/office/powerpoint/2010/main" val="3030316913"/>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609457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50" name="Group 49"/>
          <p:cNvGrpSpPr/>
          <p:nvPr userDrawn="1"/>
        </p:nvGrpSpPr>
        <p:grpSpPr>
          <a:xfrm>
            <a:off x="-600" y="-1"/>
            <a:ext cx="12193800" cy="6858001"/>
            <a:chOff x="-600" y="-1"/>
            <a:chExt cx="12193800" cy="6858001"/>
          </a:xfrm>
        </p:grpSpPr>
        <p:grpSp>
          <p:nvGrpSpPr>
            <p:cNvPr id="51" name="Baselines / anchors"/>
            <p:cNvGrpSpPr/>
            <p:nvPr/>
          </p:nvGrpSpPr>
          <p:grpSpPr>
            <a:xfrm flipH="1">
              <a:off x="0" y="622800"/>
              <a:ext cx="12193200" cy="5536800"/>
              <a:chOff x="12623800" y="622800"/>
              <a:chExt cx="11176000" cy="5536800"/>
            </a:xfrm>
          </p:grpSpPr>
          <p:cxnSp>
            <p:nvCxnSpPr>
              <p:cNvPr id="76" name="Straight Connector 75"/>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p:nvGrpSpPr>
          <p:grpSpPr>
            <a:xfrm flipH="1">
              <a:off x="1277600" y="623550"/>
              <a:ext cx="9638000" cy="5537047"/>
              <a:chOff x="1277000" y="623550"/>
              <a:chExt cx="9638000" cy="5537047"/>
            </a:xfrm>
          </p:grpSpPr>
          <p:sp>
            <p:nvSpPr>
              <p:cNvPr id="65" name="Rectangle 34"/>
              <p:cNvSpPr>
                <a:spLocks noChangeArrowheads="1"/>
              </p:cNvSpPr>
              <p:nvPr/>
            </p:nvSpPr>
            <p:spPr bwMode="auto">
              <a:xfrm>
                <a:off x="6887000" y="623550"/>
                <a:ext cx="288000" cy="5537047"/>
              </a:xfrm>
              <a:prstGeom prst="rect">
                <a:avLst/>
              </a:prstGeom>
              <a:solidFill>
                <a:srgbClr val="535353">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66" name="Rectangle 35"/>
              <p:cNvSpPr>
                <a:spLocks noChangeArrowheads="1"/>
              </p:cNvSpPr>
              <p:nvPr/>
            </p:nvSpPr>
            <p:spPr bwMode="auto">
              <a:xfrm>
                <a:off x="8757000" y="623550"/>
                <a:ext cx="288000" cy="5537047"/>
              </a:xfrm>
              <a:prstGeom prst="rect">
                <a:avLst/>
              </a:prstGeom>
              <a:solidFill>
                <a:srgbClr val="535353">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67" name="Rectangle 36"/>
              <p:cNvSpPr>
                <a:spLocks noChangeArrowheads="1"/>
              </p:cNvSpPr>
              <p:nvPr/>
            </p:nvSpPr>
            <p:spPr bwMode="auto">
              <a:xfrm>
                <a:off x="7822000" y="623550"/>
                <a:ext cx="288000" cy="5537047"/>
              </a:xfrm>
              <a:prstGeom prst="rect">
                <a:avLst/>
              </a:prstGeom>
              <a:solidFill>
                <a:srgbClr val="535353">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68" name="Rectangle 37"/>
              <p:cNvSpPr>
                <a:spLocks noChangeArrowheads="1"/>
              </p:cNvSpPr>
              <p:nvPr/>
            </p:nvSpPr>
            <p:spPr bwMode="auto">
              <a:xfrm>
                <a:off x="9692000" y="623550"/>
                <a:ext cx="288000" cy="5537047"/>
              </a:xfrm>
              <a:prstGeom prst="rect">
                <a:avLst/>
              </a:prstGeom>
              <a:solidFill>
                <a:srgbClr val="535353">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69" name="Rectangle 38"/>
              <p:cNvSpPr>
                <a:spLocks noChangeArrowheads="1"/>
              </p:cNvSpPr>
              <p:nvPr/>
            </p:nvSpPr>
            <p:spPr bwMode="auto">
              <a:xfrm>
                <a:off x="10627000" y="623550"/>
                <a:ext cx="288000" cy="5537047"/>
              </a:xfrm>
              <a:prstGeom prst="rect">
                <a:avLst/>
              </a:prstGeom>
              <a:solidFill>
                <a:srgbClr val="535353">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70" name="Rectangle 39"/>
              <p:cNvSpPr>
                <a:spLocks noChangeArrowheads="1"/>
              </p:cNvSpPr>
              <p:nvPr/>
            </p:nvSpPr>
            <p:spPr bwMode="auto">
              <a:xfrm>
                <a:off x="5952000" y="623550"/>
                <a:ext cx="288000" cy="5537047"/>
              </a:xfrm>
              <a:prstGeom prst="rect">
                <a:avLst/>
              </a:prstGeom>
              <a:solidFill>
                <a:srgbClr val="535353">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71" name="Rectangle 40"/>
              <p:cNvSpPr>
                <a:spLocks noChangeArrowheads="1"/>
              </p:cNvSpPr>
              <p:nvPr/>
            </p:nvSpPr>
            <p:spPr bwMode="auto">
              <a:xfrm>
                <a:off x="1277000" y="623550"/>
                <a:ext cx="288000" cy="5537047"/>
              </a:xfrm>
              <a:prstGeom prst="rect">
                <a:avLst/>
              </a:prstGeom>
              <a:solidFill>
                <a:srgbClr val="535353">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72" name="Rectangle 41"/>
              <p:cNvSpPr>
                <a:spLocks noChangeArrowheads="1"/>
              </p:cNvSpPr>
              <p:nvPr/>
            </p:nvSpPr>
            <p:spPr bwMode="auto">
              <a:xfrm>
                <a:off x="2212000" y="623550"/>
                <a:ext cx="288000" cy="5537047"/>
              </a:xfrm>
              <a:prstGeom prst="rect">
                <a:avLst/>
              </a:prstGeom>
              <a:solidFill>
                <a:srgbClr val="535353">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73" name="Rectangle 42"/>
              <p:cNvSpPr>
                <a:spLocks noChangeArrowheads="1"/>
              </p:cNvSpPr>
              <p:nvPr/>
            </p:nvSpPr>
            <p:spPr bwMode="auto">
              <a:xfrm>
                <a:off x="3147000" y="623550"/>
                <a:ext cx="288000" cy="5537047"/>
              </a:xfrm>
              <a:prstGeom prst="rect">
                <a:avLst/>
              </a:prstGeom>
              <a:solidFill>
                <a:srgbClr val="535353">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74" name="Rectangle 43"/>
              <p:cNvSpPr>
                <a:spLocks noChangeArrowheads="1"/>
              </p:cNvSpPr>
              <p:nvPr/>
            </p:nvSpPr>
            <p:spPr bwMode="auto">
              <a:xfrm>
                <a:off x="4082000" y="623550"/>
                <a:ext cx="288000" cy="5537047"/>
              </a:xfrm>
              <a:prstGeom prst="rect">
                <a:avLst/>
              </a:prstGeom>
              <a:solidFill>
                <a:srgbClr val="535353">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75" name="Rectangle 44"/>
              <p:cNvSpPr>
                <a:spLocks noChangeArrowheads="1"/>
              </p:cNvSpPr>
              <p:nvPr/>
            </p:nvSpPr>
            <p:spPr bwMode="auto">
              <a:xfrm>
                <a:off x="5017000" y="623550"/>
                <a:ext cx="288000" cy="5537047"/>
              </a:xfrm>
              <a:prstGeom prst="rect">
                <a:avLst/>
              </a:prstGeom>
              <a:solidFill>
                <a:srgbClr val="535353">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grpSp>
        <p:sp>
          <p:nvSpPr>
            <p:cNvPr id="53" name="Slide edges"/>
            <p:cNvSpPr>
              <a:spLocks/>
            </p:cNvSpPr>
            <p:nvPr/>
          </p:nvSpPr>
          <p:spPr bwMode="auto">
            <a:xfrm flipH="1">
              <a:off x="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rgbClr val="535353"/>
            </a:solidFill>
            <a:ln>
              <a:noFill/>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AE" sz="1800" b="0" i="0" u="none" strike="noStrike" kern="1200" cap="none" spc="0" normalizeH="0" baseline="0" noProof="0" dirty="0">
                <a:ln>
                  <a:noFill/>
                </a:ln>
                <a:solidFill>
                  <a:srgbClr val="575757"/>
                </a:solidFill>
                <a:effectLst/>
                <a:uLnTx/>
                <a:uFillTx/>
                <a:ea typeface="+mn-ea"/>
                <a:cs typeface="+mn-cs"/>
              </a:endParaRPr>
            </a:p>
          </p:txBody>
        </p:sp>
        <p:sp>
          <p:nvSpPr>
            <p:cNvPr id="54" name="Whitespace measure"/>
            <p:cNvSpPr>
              <a:spLocks noChangeArrowheads="1"/>
            </p:cNvSpPr>
            <p:nvPr/>
          </p:nvSpPr>
          <p:spPr bwMode="auto">
            <a:xfrm flipH="1">
              <a:off x="630971" y="1497600"/>
              <a:ext cx="10932229" cy="583200"/>
            </a:xfrm>
            <a:prstGeom prst="rect">
              <a:avLst/>
            </a:prstGeom>
            <a:solidFill>
              <a:srgbClr val="9BC73E">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grpSp>
          <p:nvGrpSpPr>
            <p:cNvPr id="55" name="Five column measure"/>
            <p:cNvGrpSpPr/>
            <p:nvPr/>
          </p:nvGrpSpPr>
          <p:grpSpPr>
            <a:xfrm flipH="1">
              <a:off x="630000" y="5975122"/>
              <a:ext cx="10933200" cy="79536"/>
              <a:chOff x="629400" y="5975122"/>
              <a:chExt cx="10933200" cy="79536"/>
            </a:xfrm>
          </p:grpSpPr>
          <p:sp>
            <p:nvSpPr>
              <p:cNvPr id="60" name="Rectangle 5"/>
              <p:cNvSpPr>
                <a:spLocks noChangeArrowheads="1"/>
              </p:cNvSpPr>
              <p:nvPr/>
            </p:nvSpPr>
            <p:spPr bwMode="auto">
              <a:xfrm>
                <a:off x="2880128" y="5975122"/>
                <a:ext cx="1930288" cy="79536"/>
              </a:xfrm>
              <a:prstGeom prst="rect">
                <a:avLst/>
              </a:prstGeom>
              <a:solidFill>
                <a:srgbClr val="535353">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61" name="Rectangle 7"/>
              <p:cNvSpPr>
                <a:spLocks noChangeArrowheads="1"/>
              </p:cNvSpPr>
              <p:nvPr/>
            </p:nvSpPr>
            <p:spPr bwMode="auto">
              <a:xfrm>
                <a:off x="9626194" y="5975122"/>
                <a:ext cx="1936406" cy="79536"/>
              </a:xfrm>
              <a:prstGeom prst="rect">
                <a:avLst/>
              </a:prstGeom>
              <a:solidFill>
                <a:srgbClr val="535353">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62" name="Rectangle 9"/>
              <p:cNvSpPr>
                <a:spLocks noChangeArrowheads="1"/>
              </p:cNvSpPr>
              <p:nvPr/>
            </p:nvSpPr>
            <p:spPr bwMode="auto">
              <a:xfrm>
                <a:off x="7372407" y="5975122"/>
                <a:ext cx="1936406" cy="79536"/>
              </a:xfrm>
              <a:prstGeom prst="rect">
                <a:avLst/>
              </a:prstGeom>
              <a:solidFill>
                <a:srgbClr val="535353">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63" name="Rectangle 11"/>
              <p:cNvSpPr>
                <a:spLocks noChangeArrowheads="1"/>
              </p:cNvSpPr>
              <p:nvPr/>
            </p:nvSpPr>
            <p:spPr bwMode="auto">
              <a:xfrm>
                <a:off x="5127797" y="5975122"/>
                <a:ext cx="1927229" cy="79536"/>
              </a:xfrm>
              <a:prstGeom prst="rect">
                <a:avLst/>
              </a:prstGeom>
              <a:solidFill>
                <a:srgbClr val="535353">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64" name="Rectangle 13"/>
              <p:cNvSpPr>
                <a:spLocks noChangeArrowheads="1"/>
              </p:cNvSpPr>
              <p:nvPr/>
            </p:nvSpPr>
            <p:spPr bwMode="auto">
              <a:xfrm>
                <a:off x="629400" y="5975122"/>
                <a:ext cx="1933347" cy="79536"/>
              </a:xfrm>
              <a:prstGeom prst="rect">
                <a:avLst/>
              </a:prstGeom>
              <a:solidFill>
                <a:srgbClr val="535353">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grpSp>
        <p:sp>
          <p:nvSpPr>
            <p:cNvPr id="56" name="Live area"/>
            <p:cNvSpPr/>
            <p:nvPr/>
          </p:nvSpPr>
          <p:spPr>
            <a:xfrm flipH="1">
              <a:off x="6300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C00000">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rtl="1">
                <a:lnSpc>
                  <a:spcPct val="90000"/>
                </a:lnSpc>
                <a:spcAft>
                  <a:spcPts val="1000"/>
                </a:spcAft>
              </a:pPr>
              <a:endParaRPr lang="ar-AE" sz="1200" dirty="0">
                <a:solidFill>
                  <a:schemeClr val="bg1"/>
                </a:solidFill>
              </a:endParaRPr>
            </a:p>
          </p:txBody>
        </p:sp>
        <p:sp>
          <p:nvSpPr>
            <p:cNvPr id="57" name="No fly zone"/>
            <p:cNvSpPr/>
            <p:nvPr/>
          </p:nvSpPr>
          <p:spPr>
            <a:xfrm flipH="1">
              <a:off x="-60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solidFill>
                  <a:schemeClr val="tx1"/>
                </a:solidFill>
              </a:endParaRPr>
            </a:p>
          </p:txBody>
        </p:sp>
        <p:sp>
          <p:nvSpPr>
            <p:cNvPr id="58" name="Footnote measure"/>
            <p:cNvSpPr>
              <a:spLocks noChangeArrowheads="1"/>
            </p:cNvSpPr>
            <p:nvPr/>
          </p:nvSpPr>
          <p:spPr bwMode="auto">
            <a:xfrm flipH="1">
              <a:off x="630000" y="6159600"/>
              <a:ext cx="10933200" cy="378584"/>
            </a:xfrm>
            <a:prstGeom prst="rect">
              <a:avLst/>
            </a:prstGeom>
            <a:solidFill>
              <a:srgbClr val="9BC73E">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r" rtl="1"/>
              <a:endParaRPr lang="ar-AE" dirty="0"/>
            </a:p>
          </p:txBody>
        </p:sp>
        <p:sp>
          <p:nvSpPr>
            <p:cNvPr id="59" name="Footnote example"/>
            <p:cNvSpPr txBox="1"/>
            <p:nvPr/>
          </p:nvSpPr>
          <p:spPr>
            <a:xfrm flipH="1">
              <a:off x="2531686" y="6144442"/>
              <a:ext cx="9030914" cy="415498"/>
            </a:xfrm>
            <a:prstGeom prst="rect">
              <a:avLst/>
            </a:prstGeom>
            <a:noFill/>
          </p:spPr>
          <p:txBody>
            <a:bodyPr wrap="square" lIns="0" tIns="0" rIns="0" bIns="0" rtlCol="0" anchor="b">
              <a:spAutoFit/>
            </a:bodyPr>
            <a:lstStyle/>
            <a:p>
              <a:pPr lvl="0" algn="r" rtl="1">
                <a:lnSpc>
                  <a:spcPct val="90000"/>
                </a:lnSpc>
                <a:defRPr/>
              </a:pPr>
              <a:r>
                <a:rPr lang="ar-AE" sz="1000" dirty="0">
                  <a:solidFill>
                    <a:prstClr val="white">
                      <a:lumMod val="65000"/>
                    </a:prstClr>
                  </a:solidFill>
                  <a:sym typeface="Trebuchet MS" panose="020B0603020202020204" pitchFamily="34" charset="0"/>
                </a:rPr>
                <a:t>1. xxxx  2. xxxx  3. List footnotes in numerical order. Footnote numbers are not bracketed. Use 10pt font</a:t>
              </a:r>
            </a:p>
            <a:p>
              <a:pPr lvl="0" algn="r" rtl="1">
                <a:lnSpc>
                  <a:spcPct val="90000"/>
                </a:lnSpc>
                <a:defRPr/>
              </a:pPr>
              <a:r>
                <a:rPr lang="ar-AE" sz="1000" dirty="0">
                  <a:solidFill>
                    <a:prstClr val="white">
                      <a:lumMod val="65000"/>
                    </a:prstClr>
                  </a:solidFill>
                  <a:sym typeface="Trebuchet MS" panose="020B0603020202020204" pitchFamily="34" charset="0"/>
                </a:rPr>
                <a:t>Note: Do not put a period at the end of the note or the source</a:t>
              </a:r>
            </a:p>
            <a:p>
              <a:pPr lvl="0" algn="r" rtl="1">
                <a:lnSpc>
                  <a:spcPct val="90000"/>
                </a:lnSpc>
                <a:defRPr/>
              </a:pPr>
              <a:r>
                <a:rPr lang="ar-AE" sz="1000" dirty="0">
                  <a:solidFill>
                    <a:prstClr val="white">
                      <a:lumMod val="65000"/>
                    </a:prstClr>
                  </a:solidFill>
                  <a:sym typeface="Trebuchet MS" panose="020B0603020202020204" pitchFamily="34" charset="0"/>
                </a:rPr>
                <a:t>Source: Include a source for every chart that you use. Separate sources with a semicolon</a:t>
              </a:r>
              <a:endParaRPr kumimoji="0" lang="ar-AE" sz="1000" b="0" i="0" u="none" strike="noStrike" kern="1200" cap="none" spc="0" normalizeH="0" baseline="0" noProof="0" dirty="0">
                <a:ln>
                  <a:noFill/>
                </a:ln>
                <a:solidFill>
                  <a:prstClr val="white">
                    <a:lumMod val="65000"/>
                  </a:prstClr>
                </a:solidFill>
                <a:effectLst/>
                <a:uLnTx/>
                <a:uFillTx/>
                <a:sym typeface="Trebuchet MS" panose="020B0603020202020204" pitchFamily="34" charset="0"/>
              </a:endParaRPr>
            </a:p>
          </p:txBody>
        </p:sp>
      </p:grpSp>
      <p:sp>
        <p:nvSpPr>
          <p:cNvPr id="2" name="Date Placeholder 1"/>
          <p:cNvSpPr>
            <a:spLocks noGrp="1"/>
          </p:cNvSpPr>
          <p:nvPr>
            <p:ph type="dt" sz="half" idx="10"/>
          </p:nvPr>
        </p:nvSpPr>
        <p:spPr/>
        <p:txBody>
          <a:bodyPr/>
          <a:lstStyle>
            <a:lvl1pPr rtl="1" eaLnBrk="1">
              <a:defRPr>
                <a:solidFill>
                  <a:schemeClr val="bg1">
                    <a:lumMod val="50000"/>
                  </a:schemeClr>
                </a:solidFill>
                <a:latin typeface="+mn-lt"/>
                <a:ea typeface="+mn-ea"/>
                <a:cs typeface="+mn-cs"/>
                <a:sym typeface="+mn-lt"/>
              </a:defRPr>
            </a:lvl1pPr>
          </a:lstStyle>
          <a:p>
            <a:endParaRPr lang="ar-AE" dirty="0"/>
          </a:p>
        </p:txBody>
      </p:sp>
    </p:spTree>
    <p:extLst>
      <p:ext uri="{BB962C8B-B14F-4D97-AF65-F5344CB8AC3E}">
        <p14:creationId xmlns:p14="http://schemas.microsoft.com/office/powerpoint/2010/main" val="1900133732"/>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3329960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vert="horz" anchor="ctr">
            <a:noAutofit/>
          </a:bodyPr>
          <a:lstStyle>
            <a:lvl1pPr rtl="1">
              <a:defRPr sz="3200">
                <a:solidFill>
                  <a:schemeClr val="bg1"/>
                </a:solidFill>
                <a:latin typeface="+mj-lt"/>
                <a:sym typeface="Trebuchet MS" panose="020B0603020202020204" pitchFamily="34" charset="0"/>
              </a:defRPr>
            </a:lvl1pPr>
          </a:lstStyle>
          <a:p>
            <a:r>
              <a:rPr lang="ar-AE"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r" rtl="1"/>
            <a:endParaRPr lang="ar-AE" sz="1200" dirty="0">
              <a:solidFill>
                <a:schemeClr val="bg1"/>
              </a:solidFill>
              <a:latin typeface="+mn-lt"/>
              <a:sym typeface="Trebuchet MS" panose="020B0603020202020204" pitchFamily="34" charset="0"/>
            </a:endParaRPr>
          </a:p>
        </p:txBody>
      </p:sp>
      <p:sp>
        <p:nvSpPr>
          <p:cNvPr id="14"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sp>
        <p:nvSpPr>
          <p:cNvPr id="17" name="TextBox 16"/>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grpSp>
        <p:nvGrpSpPr>
          <p:cNvPr id="9" name="Group 8">
            <a:extLst>
              <a:ext uri="{FF2B5EF4-FFF2-40B4-BE49-F238E27FC236}">
                <a16:creationId xmlns:a16="http://schemas.microsoft.com/office/drawing/2014/main" id="{CAC8AB26-D104-4491-A35F-076C72199427}"/>
              </a:ext>
            </a:extLst>
          </p:cNvPr>
          <p:cNvGrpSpPr/>
          <p:nvPr userDrawn="1"/>
        </p:nvGrpSpPr>
        <p:grpSpPr>
          <a:xfrm>
            <a:off x="170182" y="85030"/>
            <a:ext cx="1271837" cy="432854"/>
            <a:chOff x="170182" y="85030"/>
            <a:chExt cx="1271837" cy="432854"/>
          </a:xfrm>
        </p:grpSpPr>
        <p:pic>
          <p:nvPicPr>
            <p:cNvPr id="12" name="Picture 11">
              <a:extLst>
                <a:ext uri="{FF2B5EF4-FFF2-40B4-BE49-F238E27FC236}">
                  <a16:creationId xmlns:a16="http://schemas.microsoft.com/office/drawing/2014/main" id="{75B71588-E6BC-47E9-8293-5B9E7852C755}"/>
                </a:ext>
              </a:extLst>
            </p:cNvPr>
            <p:cNvPicPr>
              <a:picLocks noChangeAspect="1"/>
            </p:cNvPicPr>
            <p:nvPr userDrawn="1"/>
          </p:nvPicPr>
          <p:blipFill rotWithShape="1">
            <a:blip r:embed="rId6"/>
            <a:srcRect l="67485" r="3467"/>
            <a:stretch/>
          </p:blipFill>
          <p:spPr>
            <a:xfrm>
              <a:off x="170182" y="89345"/>
              <a:ext cx="343503" cy="348186"/>
            </a:xfrm>
            <a:prstGeom prst="rect">
              <a:avLst/>
            </a:prstGeom>
          </p:spPr>
        </p:pic>
        <p:pic>
          <p:nvPicPr>
            <p:cNvPr id="15" name="Picture 14">
              <a:extLst>
                <a:ext uri="{FF2B5EF4-FFF2-40B4-BE49-F238E27FC236}">
                  <a16:creationId xmlns:a16="http://schemas.microsoft.com/office/drawing/2014/main" id="{2A87D2CE-F3C3-4928-8CA4-37CE39135C7A}"/>
                </a:ext>
              </a:extLst>
            </p:cNvPr>
            <p:cNvPicPr>
              <a:picLocks noChangeAspect="1"/>
            </p:cNvPicPr>
            <p:nvPr userDrawn="1"/>
          </p:nvPicPr>
          <p:blipFill rotWithShape="1">
            <a:blip r:embed="rId6"/>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452703930"/>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D. Agenda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1723070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vert="horz" anchor="ctr">
            <a:noAutofit/>
          </a:bodyPr>
          <a:lstStyle>
            <a:lvl1pPr rtl="1">
              <a:defRPr sz="2400">
                <a:solidFill>
                  <a:schemeClr val="bg1"/>
                </a:solidFill>
                <a:latin typeface="+mj-lt"/>
                <a:sym typeface="Trebuchet MS" panose="020B0603020202020204" pitchFamily="34" charset="0"/>
              </a:defRPr>
            </a:lvl1pPr>
          </a:lstStyle>
          <a:p>
            <a:r>
              <a:rPr lang="ar-AE"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r" rtl="1"/>
            <a:endParaRPr lang="ar-AE" sz="1200" dirty="0">
              <a:solidFill>
                <a:schemeClr val="bg1"/>
              </a:solidFill>
              <a:latin typeface="+mn-lt"/>
              <a:sym typeface="Trebuchet MS" panose="020B0603020202020204" pitchFamily="34" charset="0"/>
            </a:endParaRPr>
          </a:p>
        </p:txBody>
      </p:sp>
      <p:sp>
        <p:nvSpPr>
          <p:cNvPr id="8" name="TextBox 7"/>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sp>
        <p:nvSpPr>
          <p:cNvPr id="10"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grpSp>
        <p:nvGrpSpPr>
          <p:cNvPr id="11" name="Group 10">
            <a:extLst>
              <a:ext uri="{FF2B5EF4-FFF2-40B4-BE49-F238E27FC236}">
                <a16:creationId xmlns:a16="http://schemas.microsoft.com/office/drawing/2014/main" id="{197D6102-32FF-48A9-9C1A-A92C7A0E0128}"/>
              </a:ext>
            </a:extLst>
          </p:cNvPr>
          <p:cNvGrpSpPr/>
          <p:nvPr userDrawn="1"/>
        </p:nvGrpSpPr>
        <p:grpSpPr>
          <a:xfrm>
            <a:off x="170182" y="85030"/>
            <a:ext cx="1271837" cy="432854"/>
            <a:chOff x="170182" y="85030"/>
            <a:chExt cx="1271837" cy="432854"/>
          </a:xfrm>
        </p:grpSpPr>
        <p:pic>
          <p:nvPicPr>
            <p:cNvPr id="12" name="Picture 11">
              <a:extLst>
                <a:ext uri="{FF2B5EF4-FFF2-40B4-BE49-F238E27FC236}">
                  <a16:creationId xmlns:a16="http://schemas.microsoft.com/office/drawing/2014/main" id="{E4732358-BCE9-4C36-A7F3-454FF88CF3C3}"/>
                </a:ext>
              </a:extLst>
            </p:cNvPr>
            <p:cNvPicPr>
              <a:picLocks noChangeAspect="1"/>
            </p:cNvPicPr>
            <p:nvPr userDrawn="1"/>
          </p:nvPicPr>
          <p:blipFill rotWithShape="1">
            <a:blip r:embed="rId6"/>
            <a:srcRect l="67485" r="3467"/>
            <a:stretch/>
          </p:blipFill>
          <p:spPr>
            <a:xfrm>
              <a:off x="170182" y="89345"/>
              <a:ext cx="343503" cy="348186"/>
            </a:xfrm>
            <a:prstGeom prst="rect">
              <a:avLst/>
            </a:prstGeom>
          </p:spPr>
        </p:pic>
        <p:pic>
          <p:nvPicPr>
            <p:cNvPr id="13" name="Picture 12">
              <a:extLst>
                <a:ext uri="{FF2B5EF4-FFF2-40B4-BE49-F238E27FC236}">
                  <a16:creationId xmlns:a16="http://schemas.microsoft.com/office/drawing/2014/main" id="{9F39D38A-F3FA-4A90-83FF-5293B3945F6F}"/>
                </a:ext>
              </a:extLst>
            </p:cNvPr>
            <p:cNvPicPr>
              <a:picLocks noChangeAspect="1"/>
            </p:cNvPicPr>
            <p:nvPr userDrawn="1"/>
          </p:nvPicPr>
          <p:blipFill rotWithShape="1">
            <a:blip r:embed="rId6"/>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2197230286"/>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85424673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3" name="Object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1" eaLnBrk="1" fontAlgn="auto">
              <a:lnSpc>
                <a:spcPct val="95000"/>
              </a:lnSpc>
              <a:spcBef>
                <a:spcPts val="0"/>
              </a:spcBef>
              <a:spcAft>
                <a:spcPts val="0"/>
              </a:spcAft>
            </a:pPr>
            <a:endParaRPr lang="ar-AE" sz="2000" dirty="0">
              <a:solidFill>
                <a:prstClr val="white"/>
              </a:solidFill>
              <a:latin typeface="+mn-lt"/>
              <a:ea typeface="+mn-ea"/>
              <a:cs typeface="+mn-cs"/>
              <a:sym typeface="+mn-lt"/>
            </a:endParaRPr>
          </a:p>
        </p:txBody>
      </p:sp>
      <p:sp>
        <p:nvSpPr>
          <p:cNvPr id="12" name="Rectangle 11"/>
          <p:cNvSpPr/>
          <p:nvPr userDrawn="1">
            <p:custDataLst>
              <p:tags r:id="rId3"/>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gn="r" rtl="1" eaLnBrk="1">
              <a:lnSpc>
                <a:spcPct val="95000"/>
              </a:lnSpc>
            </a:pPr>
            <a:endParaRPr lang="ar-AE" sz="1200" dirty="0">
              <a:solidFill>
                <a:srgbClr val="FFFFFF"/>
              </a:solidFill>
              <a:latin typeface="+mn-lt"/>
              <a:ea typeface="+mn-ea"/>
              <a:cs typeface="+mn-cs"/>
              <a:sym typeface="+mn-lt"/>
            </a:endParaRPr>
          </a:p>
        </p:txBody>
      </p:sp>
      <p:sp>
        <p:nvSpPr>
          <p:cNvPr id="2" name="TextBox 1"/>
          <p:cNvSpPr txBox="1"/>
          <p:nvPr userDrawn="1"/>
        </p:nvSpPr>
        <p:spPr>
          <a:xfrm>
            <a:off x="630000" y="907198"/>
            <a:ext cx="3448800" cy="3447288"/>
          </a:xfrm>
          <a:prstGeom prst="rect">
            <a:avLst/>
          </a:prstGeom>
          <a:noFill/>
          <a:ln>
            <a:solidFill>
              <a:schemeClr val="bg1"/>
            </a:solidFill>
          </a:ln>
        </p:spPr>
        <p:txBody>
          <a:bodyPr wrap="square" lIns="612000" tIns="468000" rIns="0" bIns="0" rtlCol="0" anchor="t">
            <a:noAutofit/>
          </a:bodyPr>
          <a:lstStyle/>
          <a:p>
            <a:pPr algn="r" rtl="1" eaLnBrk="1">
              <a:lnSpc>
                <a:spcPct val="90000"/>
              </a:lnSpc>
              <a:spcAft>
                <a:spcPts val="600"/>
              </a:spcAft>
            </a:pPr>
            <a:endParaRPr lang="ar-AE" sz="5400" dirty="0">
              <a:solidFill>
                <a:schemeClr val="bg1"/>
              </a:solidFill>
              <a:latin typeface="+mn-lt"/>
              <a:ea typeface="+mn-ea"/>
              <a:cs typeface="+mn-cs"/>
              <a:sym typeface="+mn-lt"/>
            </a:endParaRPr>
          </a:p>
        </p:txBody>
      </p:sp>
      <p:sp>
        <p:nvSpPr>
          <p:cNvPr id="10" name="TextBox 1"/>
          <p:cNvSpPr txBox="1"/>
          <p:nvPr userDrawn="1"/>
        </p:nvSpPr>
        <p:spPr>
          <a:xfrm>
            <a:off x="1454595" y="1115416"/>
            <a:ext cx="1798889" cy="892167"/>
          </a:xfrm>
          <a:prstGeom prst="rect">
            <a:avLst/>
          </a:prstGeom>
          <a:noFill/>
        </p:spPr>
        <p:txBody>
          <a:bodyPr wrap="none" rtlCol="0">
            <a:spAutoFit/>
          </a:bodyPr>
          <a:lstStyle/>
          <a:p>
            <a:pPr algn="ctr" rtl="1" fontAlgn="auto">
              <a:lnSpc>
                <a:spcPct val="95000"/>
              </a:lnSpc>
              <a:spcBef>
                <a:spcPts val="0"/>
              </a:spcBef>
              <a:spcAft>
                <a:spcPts val="0"/>
              </a:spcAft>
            </a:pPr>
            <a:r>
              <a:rPr lang="ar-AE" sz="5400" dirty="0">
                <a:solidFill>
                  <a:schemeClr val="bg1"/>
                </a:solidFill>
                <a:latin typeface="+mn-lt"/>
                <a:ea typeface="+mn-ea"/>
                <a:cs typeface="+mn-cs"/>
                <a:sym typeface="+mn-lt"/>
              </a:rPr>
              <a:t>Agenda</a:t>
            </a:r>
          </a:p>
        </p:txBody>
      </p:sp>
      <p:sp>
        <p:nvSpPr>
          <p:cNvPr id="14" name="TextBox 13"/>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solidFill>
              <a:latin typeface="+mn-lt"/>
              <a:ea typeface="+mn-ea"/>
              <a:cs typeface="+mn-cs"/>
              <a:sym typeface="+mn-lt"/>
            </a:endParaRPr>
          </a:p>
        </p:txBody>
      </p:sp>
      <p:sp>
        <p:nvSpPr>
          <p:cNvPr id="15"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16" name="Group 15">
            <a:extLst>
              <a:ext uri="{FF2B5EF4-FFF2-40B4-BE49-F238E27FC236}">
                <a16:creationId xmlns:a16="http://schemas.microsoft.com/office/drawing/2014/main" id="{5E2B2692-4CAD-444A-8847-2B09E37DCE06}"/>
              </a:ext>
            </a:extLst>
          </p:cNvPr>
          <p:cNvGrpSpPr/>
          <p:nvPr userDrawn="1"/>
        </p:nvGrpSpPr>
        <p:grpSpPr>
          <a:xfrm>
            <a:off x="170182" y="85030"/>
            <a:ext cx="1271837" cy="432854"/>
            <a:chOff x="170182" y="85030"/>
            <a:chExt cx="1271837" cy="432854"/>
          </a:xfrm>
        </p:grpSpPr>
        <p:pic>
          <p:nvPicPr>
            <p:cNvPr id="17" name="Picture 16">
              <a:extLst>
                <a:ext uri="{FF2B5EF4-FFF2-40B4-BE49-F238E27FC236}">
                  <a16:creationId xmlns:a16="http://schemas.microsoft.com/office/drawing/2014/main" id="{95BD28AA-C2AD-4D42-A18C-FC8087EE463D}"/>
                </a:ext>
              </a:extLst>
            </p:cNvPr>
            <p:cNvPicPr>
              <a:picLocks noChangeAspect="1"/>
            </p:cNvPicPr>
            <p:nvPr userDrawn="1"/>
          </p:nvPicPr>
          <p:blipFill rotWithShape="1">
            <a:blip r:embed="rId7"/>
            <a:srcRect l="67485" r="3467"/>
            <a:stretch/>
          </p:blipFill>
          <p:spPr>
            <a:xfrm>
              <a:off x="170182" y="89345"/>
              <a:ext cx="343503" cy="348186"/>
            </a:xfrm>
            <a:prstGeom prst="rect">
              <a:avLst/>
            </a:prstGeom>
          </p:spPr>
        </p:pic>
        <p:pic>
          <p:nvPicPr>
            <p:cNvPr id="18" name="Picture 17">
              <a:extLst>
                <a:ext uri="{FF2B5EF4-FFF2-40B4-BE49-F238E27FC236}">
                  <a16:creationId xmlns:a16="http://schemas.microsoft.com/office/drawing/2014/main" id="{189DD53B-5AF6-45A9-AE88-CE65F332FFCB}"/>
                </a:ext>
              </a:extLst>
            </p:cNvPr>
            <p:cNvPicPr>
              <a:picLocks noChangeAspect="1"/>
            </p:cNvPicPr>
            <p:nvPr userDrawn="1"/>
          </p:nvPicPr>
          <p:blipFill rotWithShape="1">
            <a:blip r:embed="rId7"/>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28160546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50515316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rtl="1" eaLnBrk="1"/>
            <a:endParaRPr lang="ar-AE" sz="1200" dirty="0">
              <a:solidFill>
                <a:schemeClr val="bg1"/>
              </a:solidFill>
              <a:latin typeface="+mn-lt"/>
              <a:ea typeface="+mn-ea"/>
              <a:cs typeface="+mn-cs"/>
              <a:sym typeface="+mn-lt"/>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1" eaLnBrk="1" fontAlgn="auto">
              <a:spcBef>
                <a:spcPts val="0"/>
              </a:spcBef>
              <a:spcAft>
                <a:spcPts val="0"/>
              </a:spcAft>
            </a:pPr>
            <a:endParaRPr lang="ar-AE" sz="2000" dirty="0">
              <a:solidFill>
                <a:prstClr val="white"/>
              </a:solidFill>
              <a:latin typeface="+mn-lt"/>
              <a:ea typeface="+mn-ea"/>
              <a:cs typeface="+mn-cs"/>
              <a:sym typeface="+mn-lt"/>
            </a:endParaRPr>
          </a:p>
        </p:txBody>
      </p:sp>
      <p:sp>
        <p:nvSpPr>
          <p:cNvPr id="8" name="TextBox 7"/>
          <p:cNvSpPr txBox="1"/>
          <p:nvPr userDrawn="1"/>
        </p:nvSpPr>
        <p:spPr>
          <a:xfrm>
            <a:off x="629850" y="6405036"/>
            <a:ext cx="381000" cy="153888"/>
          </a:xfrm>
          <a:prstGeom prst="rect">
            <a:avLst/>
          </a:prstGeom>
          <a:noFill/>
        </p:spPr>
        <p:txBody>
          <a:bodyPr wrap="square" lIns="0" tIns="0" rIns="0" bIns="0" rtlCol="0" anchor="b">
            <a:noAutofit/>
          </a:bodyPr>
          <a:lstStyle>
            <a:defPPr>
              <a:defRPr lang="en-US"/>
            </a:defPPr>
            <a:lvl1pPr marR="0" indent="0" rtl="1" fontAlgn="auto">
              <a:lnSpc>
                <a:spcPct val="100000"/>
              </a:lnSpc>
              <a:spcBef>
                <a:spcPts val="0"/>
              </a:spcBef>
              <a:spcAft>
                <a:spcPts val="0"/>
              </a:spcAft>
              <a:buClrTx/>
              <a:buSzTx/>
              <a:buFontTx/>
              <a:buNone/>
              <a:tabLst/>
              <a:defRPr sz="1000">
                <a:solidFill>
                  <a:schemeClr val="bg1"/>
                </a:solidFill>
              </a:defRPr>
            </a:lvl1pPr>
          </a:lstStyle>
          <a:p>
            <a:pPr lvl="0" rtl="1"/>
            <a:fld id="{DFCF27A5-1A5B-48D3-A060-2758FFBB1ADD}" type="slidenum">
              <a:rPr lang="ar-AE" smtClean="0">
                <a:latin typeface="+mn-lt"/>
                <a:ea typeface="+mn-ea"/>
                <a:cs typeface="+mn-cs"/>
                <a:sym typeface="+mn-lt"/>
              </a:rPr>
              <a:pPr lvl="0" rtl="1"/>
              <a:t>‹#›</a:t>
            </a:fld>
            <a:endParaRPr lang="ar-AE" dirty="0">
              <a:latin typeface="+mn-lt"/>
              <a:ea typeface="+mn-ea"/>
              <a:cs typeface="+mn-cs"/>
              <a:sym typeface="+mn-lt"/>
            </a:endParaRPr>
          </a:p>
        </p:txBody>
      </p:sp>
      <p:sp>
        <p:nvSpPr>
          <p:cNvPr id="11"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9" name="Group 8">
            <a:extLst>
              <a:ext uri="{FF2B5EF4-FFF2-40B4-BE49-F238E27FC236}">
                <a16:creationId xmlns:a16="http://schemas.microsoft.com/office/drawing/2014/main" id="{3E76A187-ED2E-4F7F-B4D0-3CB48BFCF927}"/>
              </a:ext>
            </a:extLst>
          </p:cNvPr>
          <p:cNvGrpSpPr/>
          <p:nvPr userDrawn="1"/>
        </p:nvGrpSpPr>
        <p:grpSpPr>
          <a:xfrm>
            <a:off x="170182" y="85030"/>
            <a:ext cx="1271837" cy="432854"/>
            <a:chOff x="170182" y="85030"/>
            <a:chExt cx="1271837" cy="432854"/>
          </a:xfrm>
        </p:grpSpPr>
        <p:pic>
          <p:nvPicPr>
            <p:cNvPr id="12" name="Picture 11">
              <a:extLst>
                <a:ext uri="{FF2B5EF4-FFF2-40B4-BE49-F238E27FC236}">
                  <a16:creationId xmlns:a16="http://schemas.microsoft.com/office/drawing/2014/main" id="{C8A2E131-F341-45B1-A815-ECA78625C532}"/>
                </a:ext>
              </a:extLst>
            </p:cNvPr>
            <p:cNvPicPr>
              <a:picLocks noChangeAspect="1"/>
            </p:cNvPicPr>
            <p:nvPr userDrawn="1"/>
          </p:nvPicPr>
          <p:blipFill rotWithShape="1">
            <a:blip r:embed="rId6"/>
            <a:srcRect l="67485" r="3467"/>
            <a:stretch/>
          </p:blipFill>
          <p:spPr>
            <a:xfrm>
              <a:off x="170182" y="89345"/>
              <a:ext cx="343503" cy="348186"/>
            </a:xfrm>
            <a:prstGeom prst="rect">
              <a:avLst/>
            </a:prstGeom>
          </p:spPr>
        </p:pic>
        <p:pic>
          <p:nvPicPr>
            <p:cNvPr id="14" name="Picture 13">
              <a:extLst>
                <a:ext uri="{FF2B5EF4-FFF2-40B4-BE49-F238E27FC236}">
                  <a16:creationId xmlns:a16="http://schemas.microsoft.com/office/drawing/2014/main" id="{EEC6F64F-DA24-49CB-856F-90C2EB85D4AA}"/>
                </a:ext>
              </a:extLst>
            </p:cNvPr>
            <p:cNvPicPr>
              <a:picLocks noChangeAspect="1"/>
            </p:cNvPicPr>
            <p:nvPr userDrawn="1"/>
          </p:nvPicPr>
          <p:blipFill rotWithShape="1">
            <a:blip r:embed="rId6"/>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10722628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29325271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Title 1"/>
          <p:cNvSpPr txBox="1">
            <a:spLocks/>
          </p:cNvSpPr>
          <p:nvPr userDrawn="1"/>
        </p:nvSpPr>
        <p:spPr>
          <a:xfrm>
            <a:off x="630000" y="622800"/>
            <a:ext cx="7189998" cy="483979"/>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pPr algn="l" rtl="1"/>
            <a:r>
              <a:rPr lang="ar-AE" dirty="0">
                <a:solidFill>
                  <a:schemeClr val="bg1"/>
                </a:solidFill>
                <a:latin typeface="+mn-lt"/>
                <a:ea typeface="+mn-ea"/>
                <a:cs typeface="+mn-cs"/>
                <a:sym typeface="+mn-lt"/>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
        <p:nvSpPr>
          <p:cNvPr id="8" name="TextBox 7"/>
          <p:cNvSpPr txBox="1"/>
          <p:nvPr userDrawn="1"/>
        </p:nvSpPr>
        <p:spPr>
          <a:xfrm>
            <a:off x="629850" y="6405036"/>
            <a:ext cx="381000" cy="153888"/>
          </a:xfrm>
          <a:prstGeom prst="rect">
            <a:avLst/>
          </a:prstGeom>
          <a:noFill/>
        </p:spPr>
        <p:txBody>
          <a:bodyPr wrap="square" lIns="0" tIns="0" rIns="0" bIns="0" rtlCol="0" anchor="b">
            <a:noAutofit/>
          </a:bodyPr>
          <a:lstStyle>
            <a:defPPr>
              <a:defRPr lang="en-US"/>
            </a:defPPr>
            <a:lvl1pPr marR="0" indent="0" rtl="1" fontAlgn="auto">
              <a:lnSpc>
                <a:spcPct val="100000"/>
              </a:lnSpc>
              <a:spcBef>
                <a:spcPts val="0"/>
              </a:spcBef>
              <a:spcAft>
                <a:spcPts val="0"/>
              </a:spcAft>
              <a:buClrTx/>
              <a:buSzTx/>
              <a:buFontTx/>
              <a:buNone/>
              <a:tabLst/>
              <a:defRPr sz="1000">
                <a:solidFill>
                  <a:schemeClr val="bg1"/>
                </a:solidFill>
              </a:defRPr>
            </a:lvl1pPr>
          </a:lstStyle>
          <a:p>
            <a:pPr lvl="0" rtl="1"/>
            <a:fld id="{DFCF27A5-1A5B-48D3-A060-2758FFBB1ADD}" type="slidenum">
              <a:rPr lang="ar-AE" smtClean="0">
                <a:latin typeface="+mn-lt"/>
                <a:ea typeface="+mn-ea"/>
                <a:cs typeface="+mn-cs"/>
                <a:sym typeface="+mn-lt"/>
              </a:rPr>
              <a:pPr lvl="0" rtl="1"/>
              <a:t>‹#›</a:t>
            </a:fld>
            <a:endParaRPr lang="ar-AE" dirty="0">
              <a:latin typeface="+mn-lt"/>
              <a:ea typeface="+mn-ea"/>
              <a:cs typeface="+mn-cs"/>
              <a:sym typeface="+mn-lt"/>
            </a:endParaRPr>
          </a:p>
        </p:txBody>
      </p:sp>
      <p:sp>
        <p:nvSpPr>
          <p:cNvPr id="11"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9" name="Group 8">
            <a:extLst>
              <a:ext uri="{FF2B5EF4-FFF2-40B4-BE49-F238E27FC236}">
                <a16:creationId xmlns:a16="http://schemas.microsoft.com/office/drawing/2014/main" id="{91B69433-B941-42DD-AEAC-B1762D6340E3}"/>
              </a:ext>
            </a:extLst>
          </p:cNvPr>
          <p:cNvGrpSpPr/>
          <p:nvPr userDrawn="1"/>
        </p:nvGrpSpPr>
        <p:grpSpPr>
          <a:xfrm>
            <a:off x="170182" y="85030"/>
            <a:ext cx="1271837" cy="432854"/>
            <a:chOff x="170182" y="85030"/>
            <a:chExt cx="1271837" cy="432854"/>
          </a:xfrm>
        </p:grpSpPr>
        <p:pic>
          <p:nvPicPr>
            <p:cNvPr id="12" name="Picture 11">
              <a:extLst>
                <a:ext uri="{FF2B5EF4-FFF2-40B4-BE49-F238E27FC236}">
                  <a16:creationId xmlns:a16="http://schemas.microsoft.com/office/drawing/2014/main" id="{9A4ABBD0-4351-4350-8E98-AA6B587F63C3}"/>
                </a:ext>
              </a:extLst>
            </p:cNvPr>
            <p:cNvPicPr>
              <a:picLocks noChangeAspect="1"/>
            </p:cNvPicPr>
            <p:nvPr userDrawn="1"/>
          </p:nvPicPr>
          <p:blipFill rotWithShape="1">
            <a:blip r:embed="rId6"/>
            <a:srcRect l="67485" r="3467"/>
            <a:stretch/>
          </p:blipFill>
          <p:spPr>
            <a:xfrm>
              <a:off x="170182" y="89345"/>
              <a:ext cx="343503" cy="348186"/>
            </a:xfrm>
            <a:prstGeom prst="rect">
              <a:avLst/>
            </a:prstGeom>
          </p:spPr>
        </p:pic>
        <p:pic>
          <p:nvPicPr>
            <p:cNvPr id="14" name="Picture 13">
              <a:extLst>
                <a:ext uri="{FF2B5EF4-FFF2-40B4-BE49-F238E27FC236}">
                  <a16:creationId xmlns:a16="http://schemas.microsoft.com/office/drawing/2014/main" id="{4AB01BAA-A9C0-411E-8249-7885878B2E3C}"/>
                </a:ext>
              </a:extLst>
            </p:cNvPr>
            <p:cNvPicPr>
              <a:picLocks noChangeAspect="1"/>
            </p:cNvPicPr>
            <p:nvPr userDrawn="1"/>
          </p:nvPicPr>
          <p:blipFill rotWithShape="1">
            <a:blip r:embed="rId6"/>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42318689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77762641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l" rtl="1" eaLnBrk="1"/>
            <a:endParaRPr lang="ar-AE" sz="1200" dirty="0">
              <a:solidFill>
                <a:schemeClr val="bg1"/>
              </a:solidFill>
              <a:latin typeface="+mn-lt"/>
              <a:ea typeface="+mn-ea"/>
              <a:cs typeface="+mn-cs"/>
              <a:sym typeface="+mn-lt"/>
            </a:endParaRPr>
          </a:p>
        </p:txBody>
      </p:sp>
      <p:sp>
        <p:nvSpPr>
          <p:cNvPr id="17" name="TextBox 16"/>
          <p:cNvSpPr txBox="1"/>
          <p:nvPr userDrawn="1"/>
        </p:nvSpPr>
        <p:spPr>
          <a:xfrm>
            <a:off x="630000" y="3207715"/>
            <a:ext cx="1547143" cy="455509"/>
          </a:xfrm>
          <a:prstGeom prst="rect">
            <a:avLst/>
          </a:prstGeom>
          <a:noFill/>
        </p:spPr>
        <p:txBody>
          <a:bodyPr wrap="square" lIns="0" tIns="0" rIns="0" bIns="0" rtlCol="0" anchor="t">
            <a:spAutoFit/>
          </a:bodyPr>
          <a:lstStyle/>
          <a:p>
            <a:pPr algn="l" rtl="1">
              <a:lnSpc>
                <a:spcPct val="90000"/>
              </a:lnSpc>
              <a:spcAft>
                <a:spcPts val="600"/>
              </a:spcAft>
            </a:pPr>
            <a:r>
              <a:rPr lang="ar-AE" sz="3200" dirty="0">
                <a:solidFill>
                  <a:schemeClr val="bg1"/>
                </a:solidFill>
                <a:latin typeface="+mn-lt"/>
                <a:ea typeface="+mn-ea"/>
                <a:cs typeface="+mn-cs"/>
                <a:sym typeface="+mn-lt"/>
              </a:rPr>
              <a:t>Agenda</a:t>
            </a:r>
          </a:p>
        </p:txBody>
      </p:sp>
      <p:sp>
        <p:nvSpPr>
          <p:cNvPr id="8" name="TextBox 7"/>
          <p:cNvSpPr txBox="1"/>
          <p:nvPr userDrawn="1"/>
        </p:nvSpPr>
        <p:spPr>
          <a:xfrm>
            <a:off x="629850" y="6405036"/>
            <a:ext cx="381000" cy="153888"/>
          </a:xfrm>
          <a:prstGeom prst="rect">
            <a:avLst/>
          </a:prstGeom>
          <a:noFill/>
        </p:spPr>
        <p:txBody>
          <a:bodyPr wrap="square" lIns="0" tIns="0" rIns="0" bIns="0" rtlCol="0" anchor="b">
            <a:noAutofit/>
          </a:bodyPr>
          <a:lstStyle>
            <a:defPPr>
              <a:defRPr lang="en-US"/>
            </a:defPPr>
            <a:lvl1pPr marR="0" indent="0" rtl="1" fontAlgn="auto">
              <a:lnSpc>
                <a:spcPct val="100000"/>
              </a:lnSpc>
              <a:spcBef>
                <a:spcPts val="0"/>
              </a:spcBef>
              <a:spcAft>
                <a:spcPts val="0"/>
              </a:spcAft>
              <a:buClrTx/>
              <a:buSzTx/>
              <a:buFontTx/>
              <a:buNone/>
              <a:tabLst/>
              <a:defRPr sz="1000">
                <a:solidFill>
                  <a:schemeClr val="bg1"/>
                </a:solidFill>
              </a:defRPr>
            </a:lvl1pPr>
          </a:lstStyle>
          <a:p>
            <a:pPr lvl="0" algn="l" rtl="1"/>
            <a:fld id="{DFCF27A5-1A5B-48D3-A060-2758FFBB1ADD}" type="slidenum">
              <a:rPr lang="ar-AE" smtClean="0">
                <a:latin typeface="+mn-lt"/>
                <a:ea typeface="+mn-ea"/>
                <a:cs typeface="+mn-cs"/>
                <a:sym typeface="+mn-lt"/>
              </a:rPr>
              <a:pPr lvl="0" algn="l" rtl="1"/>
              <a:t>‹#›</a:t>
            </a:fld>
            <a:endParaRPr lang="ar-AE" dirty="0">
              <a:latin typeface="+mn-lt"/>
              <a:ea typeface="+mn-ea"/>
              <a:cs typeface="+mn-cs"/>
              <a:sym typeface="+mn-lt"/>
            </a:endParaRPr>
          </a:p>
        </p:txBody>
      </p:sp>
      <p:sp>
        <p:nvSpPr>
          <p:cNvPr id="11"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grpSp>
        <p:nvGrpSpPr>
          <p:cNvPr id="12" name="Group 11">
            <a:extLst>
              <a:ext uri="{FF2B5EF4-FFF2-40B4-BE49-F238E27FC236}">
                <a16:creationId xmlns:a16="http://schemas.microsoft.com/office/drawing/2014/main" id="{479A9B27-EF7F-45B8-9E9A-1D632972CA81}"/>
              </a:ext>
            </a:extLst>
          </p:cNvPr>
          <p:cNvGrpSpPr/>
          <p:nvPr userDrawn="1"/>
        </p:nvGrpSpPr>
        <p:grpSpPr>
          <a:xfrm>
            <a:off x="170182" y="85030"/>
            <a:ext cx="1271837" cy="432854"/>
            <a:chOff x="170182" y="85030"/>
            <a:chExt cx="1271837" cy="432854"/>
          </a:xfrm>
        </p:grpSpPr>
        <p:pic>
          <p:nvPicPr>
            <p:cNvPr id="14" name="Picture 13">
              <a:extLst>
                <a:ext uri="{FF2B5EF4-FFF2-40B4-BE49-F238E27FC236}">
                  <a16:creationId xmlns:a16="http://schemas.microsoft.com/office/drawing/2014/main" id="{281E68B4-478E-4024-991E-294864C54204}"/>
                </a:ext>
              </a:extLst>
            </p:cNvPr>
            <p:cNvPicPr>
              <a:picLocks noChangeAspect="1"/>
            </p:cNvPicPr>
            <p:nvPr userDrawn="1"/>
          </p:nvPicPr>
          <p:blipFill rotWithShape="1">
            <a:blip r:embed="rId7"/>
            <a:srcRect l="67485" r="3467"/>
            <a:stretch/>
          </p:blipFill>
          <p:spPr>
            <a:xfrm>
              <a:off x="170182" y="89345"/>
              <a:ext cx="343503" cy="348186"/>
            </a:xfrm>
            <a:prstGeom prst="rect">
              <a:avLst/>
            </a:prstGeom>
          </p:spPr>
        </p:pic>
        <p:pic>
          <p:nvPicPr>
            <p:cNvPr id="15" name="Picture 14">
              <a:extLst>
                <a:ext uri="{FF2B5EF4-FFF2-40B4-BE49-F238E27FC236}">
                  <a16:creationId xmlns:a16="http://schemas.microsoft.com/office/drawing/2014/main" id="{73F0BBCF-7D77-4037-9408-D84F404166E8}"/>
                </a:ext>
              </a:extLst>
            </p:cNvPr>
            <p:cNvPicPr>
              <a:picLocks noChangeAspect="1"/>
            </p:cNvPicPr>
            <p:nvPr userDrawn="1"/>
          </p:nvPicPr>
          <p:blipFill rotWithShape="1">
            <a:blip r:embed="rId7"/>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19490553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rgbClr val="FFFFFF"/>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4099944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Rectangle 7"/>
          <p:cNvSpPr/>
          <p:nvPr userDrawn="1"/>
        </p:nvSpPr>
        <p:spPr bwMode="invGray">
          <a:xfrm>
            <a:off x="1388145" y="4691187"/>
            <a:ext cx="929337" cy="995874"/>
          </a:xfrm>
          <a:prstGeom prst="rect">
            <a:avLst/>
          </a:prstGeom>
          <a:noFill/>
          <a:ln w="9525">
            <a:solidFill>
              <a:srgbClr val="009A93"/>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1" eaLnBrk="1" fontAlgn="auto">
              <a:lnSpc>
                <a:spcPct val="95000"/>
              </a:lnSpc>
              <a:spcBef>
                <a:spcPts val="0"/>
              </a:spcBef>
              <a:spcAft>
                <a:spcPts val="0"/>
              </a:spcAft>
            </a:pPr>
            <a:endParaRPr lang="ar-AE" sz="2000" dirty="0">
              <a:solidFill>
                <a:prstClr val="white"/>
              </a:solidFill>
              <a:latin typeface="+mn-lt"/>
              <a:ea typeface="+mn-ea"/>
              <a:cs typeface="+mn-cs"/>
              <a:sym typeface="+mn-lt"/>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rgbClr val="009A93"/>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gn="r" rtl="1" eaLnBrk="1">
              <a:lnSpc>
                <a:spcPct val="95000"/>
              </a:lnSpc>
            </a:pPr>
            <a:endParaRPr lang="ar-AE" sz="1200" dirty="0">
              <a:solidFill>
                <a:srgbClr val="FFFFFF"/>
              </a:solidFill>
              <a:latin typeface="+mn-lt"/>
              <a:ea typeface="+mn-ea"/>
              <a:cs typeface="+mn-cs"/>
              <a:sym typeface="+mn-lt"/>
            </a:endParaRPr>
          </a:p>
        </p:txBody>
      </p:sp>
      <p:sp>
        <p:nvSpPr>
          <p:cNvPr id="11" name="TextBox 10"/>
          <p:cNvSpPr txBox="1"/>
          <p:nvPr userDrawn="1"/>
        </p:nvSpPr>
        <p:spPr>
          <a:xfrm>
            <a:off x="630000" y="907197"/>
            <a:ext cx="3448800" cy="3447288"/>
          </a:xfrm>
          <a:prstGeom prst="rect">
            <a:avLst/>
          </a:prstGeom>
          <a:noFill/>
          <a:ln>
            <a:solidFill>
              <a:srgbClr val="009A93"/>
            </a:solidFill>
          </a:ln>
        </p:spPr>
        <p:txBody>
          <a:bodyPr wrap="square" lIns="612000" tIns="468000" rIns="0" bIns="0" rtlCol="0" anchor="t">
            <a:noAutofit/>
          </a:bodyPr>
          <a:lstStyle/>
          <a:p>
            <a:pPr algn="r" rtl="1" eaLnBrk="1">
              <a:lnSpc>
                <a:spcPct val="90000"/>
              </a:lnSpc>
              <a:spcAft>
                <a:spcPts val="600"/>
              </a:spcAft>
            </a:pPr>
            <a:endParaRPr lang="ar-AE" sz="5400" dirty="0">
              <a:solidFill>
                <a:schemeClr val="accent4"/>
              </a:solidFill>
              <a:latin typeface="+mn-lt"/>
              <a:ea typeface="+mn-ea"/>
              <a:cs typeface="+mn-cs"/>
              <a:sym typeface="+mn-lt"/>
            </a:endParaRPr>
          </a:p>
        </p:txBody>
      </p:sp>
      <p:sp>
        <p:nvSpPr>
          <p:cNvPr id="9" name="TextBox 1"/>
          <p:cNvSpPr txBox="1"/>
          <p:nvPr userDrawn="1"/>
        </p:nvSpPr>
        <p:spPr>
          <a:xfrm>
            <a:off x="1454595" y="1115416"/>
            <a:ext cx="1798889" cy="892167"/>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rtl="1"/>
            <a:r>
              <a:rPr lang="ar-AE" dirty="0">
                <a:solidFill>
                  <a:schemeClr val="tx2"/>
                </a:solidFill>
                <a:latin typeface="+mn-lt"/>
                <a:ea typeface="+mn-ea"/>
                <a:cs typeface="+mn-cs"/>
                <a:sym typeface="+mn-lt"/>
              </a:rPr>
              <a:t>Agenda</a:t>
            </a:r>
          </a:p>
        </p:txBody>
      </p:sp>
      <p:sp>
        <p:nvSpPr>
          <p:cNvPr id="15"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spTree>
    <p:extLst>
      <p:ext uri="{BB962C8B-B14F-4D97-AF65-F5344CB8AC3E}">
        <p14:creationId xmlns:p14="http://schemas.microsoft.com/office/powerpoint/2010/main" val="4077628662"/>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rgbClr val="FFFFFF"/>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84516511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8" name="Rectangle 7"/>
          <p:cNvSpPr/>
          <p:nvPr userDrawn="1"/>
        </p:nvSpPr>
        <p:spPr bwMode="white">
          <a:xfrm>
            <a:off x="1284743" y="1428131"/>
            <a:ext cx="947672" cy="947672"/>
          </a:xfrm>
          <a:prstGeom prst="rect">
            <a:avLst/>
          </a:prstGeom>
          <a:noFill/>
          <a:ln w="9525">
            <a:solidFill>
              <a:srgbClr val="009A93"/>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rtl="1" eaLnBrk="1"/>
            <a:endParaRPr lang="ar-AE" sz="1200" dirty="0">
              <a:solidFill>
                <a:schemeClr val="bg1"/>
              </a:solidFill>
              <a:latin typeface="+mn-lt"/>
              <a:ea typeface="+mn-ea"/>
              <a:cs typeface="+mn-cs"/>
              <a:sym typeface="+mn-lt"/>
            </a:endParaRPr>
          </a:p>
        </p:txBody>
      </p:sp>
      <p:sp>
        <p:nvSpPr>
          <p:cNvPr id="10" name="Rectangle 9"/>
          <p:cNvSpPr/>
          <p:nvPr userDrawn="1"/>
        </p:nvSpPr>
        <p:spPr>
          <a:xfrm>
            <a:off x="1285200" y="2667600"/>
            <a:ext cx="9619200" cy="3200400"/>
          </a:xfrm>
          <a:prstGeom prst="rect">
            <a:avLst/>
          </a:prstGeom>
          <a:noFill/>
          <a:ln w="9525">
            <a:solidFill>
              <a:srgbClr val="009A93"/>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1" eaLnBrk="1" fontAlgn="auto">
              <a:spcBef>
                <a:spcPts val="0"/>
              </a:spcBef>
              <a:spcAft>
                <a:spcPts val="0"/>
              </a:spcAft>
            </a:pPr>
            <a:endParaRPr lang="ar-AE" sz="2000" dirty="0">
              <a:solidFill>
                <a:prstClr val="white"/>
              </a:solidFill>
              <a:latin typeface="+mn-lt"/>
              <a:ea typeface="+mn-ea"/>
              <a:cs typeface="+mn-cs"/>
              <a:sym typeface="+mn-lt"/>
            </a:endParaRPr>
          </a:p>
        </p:txBody>
      </p:sp>
      <p:sp>
        <p:nvSpPr>
          <p:cNvPr id="7"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spTree>
    <p:extLst>
      <p:ext uri="{BB962C8B-B14F-4D97-AF65-F5344CB8AC3E}">
        <p14:creationId xmlns:p14="http://schemas.microsoft.com/office/powerpoint/2010/main" val="677047542"/>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rgbClr val="FFFFFF"/>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42690564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itle 1"/>
          <p:cNvSpPr txBox="1">
            <a:spLocks/>
          </p:cNvSpPr>
          <p:nvPr userDrawn="1"/>
        </p:nvSpPr>
        <p:spPr>
          <a:xfrm>
            <a:off x="630000" y="622800"/>
            <a:ext cx="7189998" cy="483979"/>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pPr algn="l" rtl="1"/>
            <a:r>
              <a:rPr lang="ar-AE" dirty="0">
                <a:solidFill>
                  <a:schemeClr val="tx2"/>
                </a:solidFill>
                <a:latin typeface="+mn-lt"/>
                <a:ea typeface="+mn-ea"/>
                <a:cs typeface="+mn-cs"/>
                <a:sym typeface="+mn-lt"/>
              </a:rPr>
              <a:t>Agenda</a:t>
            </a:r>
          </a:p>
        </p:txBody>
      </p:sp>
      <p:cxnSp>
        <p:nvCxnSpPr>
          <p:cNvPr id="9" name="Straight Connector 8"/>
          <p:cNvCxnSpPr/>
          <p:nvPr userDrawn="1"/>
        </p:nvCxnSpPr>
        <p:spPr bwMode="white">
          <a:xfrm>
            <a:off x="618898" y="1206000"/>
            <a:ext cx="11576304" cy="0"/>
          </a:xfrm>
          <a:prstGeom prst="line">
            <a:avLst/>
          </a:prstGeom>
          <a:ln w="9525" cmpd="sng">
            <a:solidFill>
              <a:srgbClr val="009A93"/>
            </a:solidFill>
            <a:miter lim="800000"/>
            <a:headEnd type="none"/>
            <a:tailEnd type="none"/>
          </a:ln>
        </p:spPr>
        <p:style>
          <a:lnRef idx="1">
            <a:schemeClr val="accent1"/>
          </a:lnRef>
          <a:fillRef idx="0">
            <a:schemeClr val="accent1"/>
          </a:fillRef>
          <a:effectRef idx="0">
            <a:schemeClr val="accent1"/>
          </a:effectRef>
          <a:fontRef idx="minor">
            <a:schemeClr val="tx1"/>
          </a:fontRef>
        </p:style>
      </p:cxnSp>
      <p:sp>
        <p:nvSpPr>
          <p:cNvPr id="6"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spTree>
    <p:extLst>
      <p:ext uri="{BB962C8B-B14F-4D97-AF65-F5344CB8AC3E}">
        <p14:creationId xmlns:p14="http://schemas.microsoft.com/office/powerpoint/2010/main" val="2585887803"/>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23819843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r" rtl="1" eaLnBrk="1"/>
            <a:endParaRPr lang="ar-AE" sz="1200" dirty="0">
              <a:solidFill>
                <a:schemeClr val="bg1"/>
              </a:solidFill>
              <a:latin typeface="+mn-lt"/>
              <a:ea typeface="+mn-ea"/>
              <a:cs typeface="+mn-cs"/>
              <a:sym typeface="+mn-lt"/>
            </a:endParaRPr>
          </a:p>
        </p:txBody>
      </p:sp>
      <p:sp>
        <p:nvSpPr>
          <p:cNvPr id="10" name="TextBox 9"/>
          <p:cNvSpPr txBox="1"/>
          <p:nvPr userDrawn="1"/>
        </p:nvSpPr>
        <p:spPr>
          <a:xfrm>
            <a:off x="630000" y="3262145"/>
            <a:ext cx="1161047" cy="341632"/>
          </a:xfrm>
          <a:prstGeom prst="rect">
            <a:avLst/>
          </a:prstGeom>
          <a:noFill/>
        </p:spPr>
        <p:txBody>
          <a:bodyPr wrap="square" lIns="0" tIns="0" rIns="0" bIns="0" rtlCol="0" anchor="t">
            <a:spAutoFit/>
          </a:bodyPr>
          <a:lstStyle/>
          <a:p>
            <a:pPr algn="r" rtl="1">
              <a:lnSpc>
                <a:spcPct val="90000"/>
              </a:lnSpc>
              <a:spcAft>
                <a:spcPts val="600"/>
              </a:spcAft>
            </a:pPr>
            <a:r>
              <a:rPr lang="ar-AE" sz="2400" dirty="0">
                <a:solidFill>
                  <a:schemeClr val="bg1"/>
                </a:solidFill>
                <a:latin typeface="+mn-lt"/>
                <a:ea typeface="+mn-ea"/>
                <a:cs typeface="+mn-cs"/>
                <a:sym typeface="+mn-lt"/>
              </a:rPr>
              <a:t>Agenda</a:t>
            </a:r>
          </a:p>
        </p:txBody>
      </p:sp>
      <p:sp>
        <p:nvSpPr>
          <p:cNvPr id="8" name="TextBox 7"/>
          <p:cNvSpPr txBox="1"/>
          <p:nvPr userDrawn="1"/>
        </p:nvSpPr>
        <p:spPr>
          <a:xfrm>
            <a:off x="629850" y="6405036"/>
            <a:ext cx="381000" cy="153888"/>
          </a:xfrm>
          <a:prstGeom prst="rect">
            <a:avLst/>
          </a:prstGeom>
          <a:noFill/>
        </p:spPr>
        <p:txBody>
          <a:bodyPr wrap="square" lIns="0" tIns="0" rIns="0" bIns="0" rtlCol="0" anchor="b">
            <a:noAutofit/>
          </a:bodyPr>
          <a:lstStyle>
            <a:defPPr>
              <a:defRPr lang="en-US"/>
            </a:defPPr>
            <a:lvl1pPr marR="0" indent="0" rtl="1" fontAlgn="auto">
              <a:lnSpc>
                <a:spcPct val="100000"/>
              </a:lnSpc>
              <a:spcBef>
                <a:spcPts val="0"/>
              </a:spcBef>
              <a:spcAft>
                <a:spcPts val="0"/>
              </a:spcAft>
              <a:buClrTx/>
              <a:buSzTx/>
              <a:buFontTx/>
              <a:buNone/>
              <a:tabLst/>
              <a:defRPr sz="1000">
                <a:solidFill>
                  <a:schemeClr val="bg1"/>
                </a:solidFill>
              </a:defRPr>
            </a:lvl1pPr>
          </a:lstStyle>
          <a:p>
            <a:pPr lvl="0" rtl="1"/>
            <a:fld id="{DFCF27A5-1A5B-48D3-A060-2758FFBB1ADD}" type="slidenum">
              <a:rPr lang="ar-AE" smtClean="0">
                <a:latin typeface="+mn-lt"/>
                <a:ea typeface="+mn-ea"/>
                <a:cs typeface="+mn-cs"/>
                <a:sym typeface="+mn-lt"/>
              </a:rPr>
              <a:pPr lvl="0" rtl="1"/>
              <a:t>‹#›</a:t>
            </a:fld>
            <a:endParaRPr lang="ar-AE" dirty="0">
              <a:latin typeface="+mn-lt"/>
              <a:ea typeface="+mn-ea"/>
              <a:cs typeface="+mn-cs"/>
              <a:sym typeface="+mn-lt"/>
            </a:endParaRPr>
          </a:p>
        </p:txBody>
      </p:sp>
      <p:sp>
        <p:nvSpPr>
          <p:cNvPr id="11"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lumMod val="50000"/>
                  </a:schemeClr>
                </a:solidFill>
                <a:latin typeface="+mn-lt"/>
                <a:ea typeface="+mn-ea"/>
                <a:cs typeface="+mn-cs"/>
                <a:sym typeface="+mn-lt"/>
              </a:rPr>
              <a:t>Copyright  2021. All rights reserved</a:t>
            </a:r>
          </a:p>
        </p:txBody>
      </p:sp>
      <p:grpSp>
        <p:nvGrpSpPr>
          <p:cNvPr id="12" name="Group 11">
            <a:extLst>
              <a:ext uri="{FF2B5EF4-FFF2-40B4-BE49-F238E27FC236}">
                <a16:creationId xmlns:a16="http://schemas.microsoft.com/office/drawing/2014/main" id="{FD0CABAF-3F30-4A08-A914-4EDB00597258}"/>
              </a:ext>
            </a:extLst>
          </p:cNvPr>
          <p:cNvGrpSpPr/>
          <p:nvPr userDrawn="1"/>
        </p:nvGrpSpPr>
        <p:grpSpPr>
          <a:xfrm>
            <a:off x="170182" y="85030"/>
            <a:ext cx="1271837" cy="432854"/>
            <a:chOff x="170182" y="85030"/>
            <a:chExt cx="1271837" cy="432854"/>
          </a:xfrm>
        </p:grpSpPr>
        <p:pic>
          <p:nvPicPr>
            <p:cNvPr id="13" name="Picture 12">
              <a:extLst>
                <a:ext uri="{FF2B5EF4-FFF2-40B4-BE49-F238E27FC236}">
                  <a16:creationId xmlns:a16="http://schemas.microsoft.com/office/drawing/2014/main" id="{1A9BE6C7-C7C0-4EBD-9D9D-FB8F1651F658}"/>
                </a:ext>
              </a:extLst>
            </p:cNvPr>
            <p:cNvPicPr>
              <a:picLocks noChangeAspect="1"/>
            </p:cNvPicPr>
            <p:nvPr userDrawn="1"/>
          </p:nvPicPr>
          <p:blipFill rotWithShape="1">
            <a:blip r:embed="rId7"/>
            <a:srcRect l="67485" r="3467"/>
            <a:stretch/>
          </p:blipFill>
          <p:spPr>
            <a:xfrm>
              <a:off x="170182" y="89345"/>
              <a:ext cx="343503" cy="348186"/>
            </a:xfrm>
            <a:prstGeom prst="rect">
              <a:avLst/>
            </a:prstGeom>
          </p:spPr>
        </p:pic>
        <p:pic>
          <p:nvPicPr>
            <p:cNvPr id="14" name="Picture 13">
              <a:extLst>
                <a:ext uri="{FF2B5EF4-FFF2-40B4-BE49-F238E27FC236}">
                  <a16:creationId xmlns:a16="http://schemas.microsoft.com/office/drawing/2014/main" id="{30F2837E-DCB7-4EC5-8B58-7C0914A82E7A}"/>
                </a:ext>
              </a:extLst>
            </p:cNvPr>
            <p:cNvPicPr>
              <a:picLocks noChangeAspect="1"/>
            </p:cNvPicPr>
            <p:nvPr userDrawn="1"/>
          </p:nvPicPr>
          <p:blipFill rotWithShape="1">
            <a:blip r:embed="rId7"/>
            <a:srcRect l="-65" r="35360"/>
            <a:stretch/>
          </p:blipFill>
          <p:spPr>
            <a:xfrm>
              <a:off x="490778" y="85030"/>
              <a:ext cx="951241" cy="432854"/>
            </a:xfrm>
            <a:prstGeom prst="rect">
              <a:avLst/>
            </a:prstGeom>
          </p:spPr>
        </p:pic>
      </p:grpSp>
    </p:spTree>
    <p:extLst>
      <p:ext uri="{BB962C8B-B14F-4D97-AF65-F5344CB8AC3E}">
        <p14:creationId xmlns:p14="http://schemas.microsoft.com/office/powerpoint/2010/main" val="3018424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flip="none" rotWithShape="1">
          <a:gsLst>
            <a:gs pos="0">
              <a:srgbClr val="004C48"/>
            </a:gs>
            <a:gs pos="100000">
              <a:srgbClr val="006C67"/>
            </a:gs>
          </a:gsLst>
          <a:lin ang="13500000" scaled="1"/>
          <a:tileRect/>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38937116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rtl="1" eaLnBrk="1">
              <a:lnSpc>
                <a:spcPct val="90000"/>
              </a:lnSpc>
              <a:spcAft>
                <a:spcPts val="1000"/>
              </a:spcAft>
            </a:pPr>
            <a:endParaRPr lang="ar-AE" sz="1200" dirty="0">
              <a:solidFill>
                <a:prstClr val="white"/>
              </a:solidFill>
              <a:latin typeface="+mn-lt"/>
              <a:ea typeface="+mn-ea"/>
              <a:cs typeface="+mn-cs"/>
              <a:sym typeface="+mn-lt"/>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rtl="1" eaLnBrk="1">
              <a:lnSpc>
                <a:spcPct val="90000"/>
              </a:lnSpc>
              <a:spcAft>
                <a:spcPts val="1000"/>
              </a:spcAft>
            </a:pPr>
            <a:endParaRPr lang="ar-AE" sz="1200" dirty="0">
              <a:solidFill>
                <a:prstClr val="white"/>
              </a:solidFill>
              <a:latin typeface="+mn-lt"/>
              <a:ea typeface="+mn-ea"/>
              <a:cs typeface="+mn-cs"/>
              <a:sym typeface="+mn-lt"/>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gn="l" rtl="1">
              <a:lnSpc>
                <a:spcPct val="106000"/>
              </a:lnSpc>
              <a:spcAft>
                <a:spcPts val="700"/>
              </a:spcAft>
              <a:buFontTx/>
              <a:buNone/>
            </a:pPr>
            <a:r>
              <a:rPr lang="ar-AE" sz="5400" dirty="0">
                <a:solidFill>
                  <a:schemeClr val="tx2"/>
                </a:solidFill>
                <a:latin typeface="+mn-lt"/>
                <a:ea typeface="+mn-ea"/>
                <a:cs typeface="+mn-cs"/>
                <a:sym typeface="+mn-lt"/>
              </a:rPr>
              <a:t>جدول المحتويات</a:t>
            </a:r>
          </a:p>
        </p:txBody>
      </p:sp>
      <p:pic>
        <p:nvPicPr>
          <p:cNvPr id="9" name="Picture 8"/>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
        <p:nvSpPr>
          <p:cNvPr id="10" name="TextBox 9"/>
          <p:cNvSpPr txBox="1"/>
          <p:nvPr userDrawn="1"/>
        </p:nvSpPr>
        <p:spPr>
          <a:xfrm>
            <a:off x="629850" y="6405036"/>
            <a:ext cx="381000" cy="153888"/>
          </a:xfrm>
          <a:prstGeom prst="rect">
            <a:avLst/>
          </a:prstGeom>
          <a:noFill/>
        </p:spPr>
        <p:txBody>
          <a:bodyPr wrap="square" lIns="0" tIns="0" rIns="0" bIns="0" rtlCol="0" anchor="b">
            <a:noAutofit/>
          </a:bodyPr>
          <a:lstStyle/>
          <a:p>
            <a:pPr marL="0" marR="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lumMod val="50000"/>
                  </a:schemeClr>
                </a:solidFill>
                <a:latin typeface="+mn-lt"/>
                <a:ea typeface="+mn-ea"/>
                <a:cs typeface="+mn-cs"/>
                <a:sym typeface="+mn-lt"/>
              </a:rPr>
              <a:pPr marL="0" marR="0" indent="0" algn="l"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lumMod val="50000"/>
                </a:schemeClr>
              </a:solidFill>
              <a:latin typeface="+mn-lt"/>
              <a:ea typeface="+mn-ea"/>
              <a:cs typeface="+mn-cs"/>
              <a:sym typeface="+mn-lt"/>
            </a:endParaRPr>
          </a:p>
        </p:txBody>
      </p:sp>
      <p:sp>
        <p:nvSpPr>
          <p:cNvPr id="12" name="Copyright" hidden="1"/>
          <p:cNvSpPr txBox="1"/>
          <p:nvPr userDrawn="1"/>
        </p:nvSpPr>
        <p:spPr>
          <a:xfrm rot="16200000">
            <a:off x="9485313" y="3921125"/>
            <a:ext cx="5133975" cy="98745"/>
          </a:xfrm>
          <a:prstGeom prst="rect">
            <a:avLst/>
          </a:prstGeom>
          <a:noFill/>
        </p:spPr>
        <p:txBody>
          <a:bodyPr wrap="square" lIns="0" tIns="0" rIns="0" bIns="0" rtlCol="0" anchor="t">
            <a:spAutoFit/>
          </a:bodyPr>
          <a:lstStyle/>
          <a:p>
            <a:pPr algn="l" rtl="1">
              <a:lnSpc>
                <a:spcPct val="90000"/>
              </a:lnSpc>
              <a:spcAft>
                <a:spcPts val="600"/>
              </a:spcAft>
            </a:pPr>
            <a:r>
              <a:rPr lang="ar-AE" sz="700" dirty="0">
                <a:solidFill>
                  <a:schemeClr val="bg1"/>
                </a:solidFill>
                <a:latin typeface="+mn-lt"/>
                <a:ea typeface="+mn-ea"/>
                <a:cs typeface="+mn-cs"/>
                <a:sym typeface="+mn-lt"/>
              </a:rPr>
              <a:t>Copyright  2021. All rights reserved</a:t>
            </a:r>
          </a:p>
        </p:txBody>
      </p:sp>
      <p:grpSp>
        <p:nvGrpSpPr>
          <p:cNvPr id="18" name="Group 17">
            <a:extLst>
              <a:ext uri="{FF2B5EF4-FFF2-40B4-BE49-F238E27FC236}">
                <a16:creationId xmlns:a16="http://schemas.microsoft.com/office/drawing/2014/main" id="{0FA5FC7D-D6DD-4B79-865B-9BA2D8EDA122}"/>
              </a:ext>
            </a:extLst>
          </p:cNvPr>
          <p:cNvGrpSpPr/>
          <p:nvPr userDrawn="1"/>
        </p:nvGrpSpPr>
        <p:grpSpPr>
          <a:xfrm>
            <a:off x="170182" y="86876"/>
            <a:ext cx="1306195" cy="432854"/>
            <a:chOff x="170182" y="86876"/>
            <a:chExt cx="1306195" cy="432854"/>
          </a:xfrm>
        </p:grpSpPr>
        <p:pic>
          <p:nvPicPr>
            <p:cNvPr id="19" name="Picture 18">
              <a:extLst>
                <a:ext uri="{FF2B5EF4-FFF2-40B4-BE49-F238E27FC236}">
                  <a16:creationId xmlns:a16="http://schemas.microsoft.com/office/drawing/2014/main" id="{5684DC95-57DA-46F9-97FE-DAF7AD36C421}"/>
                </a:ext>
              </a:extLst>
            </p:cNvPr>
            <p:cNvPicPr>
              <a:picLocks noChangeAspect="1"/>
            </p:cNvPicPr>
            <p:nvPr userDrawn="1"/>
          </p:nvPicPr>
          <p:blipFill rotWithShape="1">
            <a:blip r:embed="rId7"/>
            <a:srcRect r="33081"/>
            <a:stretch/>
          </p:blipFill>
          <p:spPr>
            <a:xfrm>
              <a:off x="493159" y="86876"/>
              <a:ext cx="983218" cy="432854"/>
            </a:xfrm>
            <a:prstGeom prst="rect">
              <a:avLst/>
            </a:prstGeom>
          </p:spPr>
        </p:pic>
        <p:pic>
          <p:nvPicPr>
            <p:cNvPr id="21" name="Picture 20">
              <a:extLst>
                <a:ext uri="{FF2B5EF4-FFF2-40B4-BE49-F238E27FC236}">
                  <a16:creationId xmlns:a16="http://schemas.microsoft.com/office/drawing/2014/main" id="{297FC13A-B6D2-46E6-A4B0-4505F681381C}"/>
                </a:ext>
              </a:extLst>
            </p:cNvPr>
            <p:cNvPicPr>
              <a:picLocks noChangeAspect="1"/>
            </p:cNvPicPr>
            <p:nvPr userDrawn="1"/>
          </p:nvPicPr>
          <p:blipFill rotWithShape="1">
            <a:blip r:embed="rId7"/>
            <a:srcRect l="67278"/>
            <a:stretch/>
          </p:blipFill>
          <p:spPr>
            <a:xfrm>
              <a:off x="170182" y="89345"/>
              <a:ext cx="386728" cy="348186"/>
            </a:xfrm>
            <a:prstGeom prst="rect">
              <a:avLst/>
            </a:prstGeom>
          </p:spPr>
        </p:pic>
      </p:grpSp>
    </p:spTree>
    <p:extLst>
      <p:ext uri="{BB962C8B-B14F-4D97-AF65-F5344CB8AC3E}">
        <p14:creationId xmlns:p14="http://schemas.microsoft.com/office/powerpoint/2010/main" val="226303878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image" Target="../media/image1.emf"/><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tags" Target="../tags/tag3.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heme" Target="../theme/theme1.xml"/><Relationship Id="rId75"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71"/>
            </p:custDataLst>
            <p:extLst>
              <p:ext uri="{D42A27DB-BD31-4B8C-83A1-F6EECF244321}">
                <p14:modId xmlns:p14="http://schemas.microsoft.com/office/powerpoint/2010/main" val="397353591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3" imgW="270" imgH="270" progId="TCLayout.ActiveDocument.1">
                  <p:embed/>
                </p:oleObj>
              </mc:Choice>
              <mc:Fallback>
                <p:oleObj name="think-cell Slide" r:id="rId73" imgW="270" imgH="270" progId="TCLayout.ActiveDocument.1">
                  <p:embed/>
                  <p:pic>
                    <p:nvPicPr>
                      <p:cNvPr id="2" name="Object 1" hidden="1"/>
                      <p:cNvPicPr/>
                      <p:nvPr/>
                    </p:nvPicPr>
                    <p:blipFill>
                      <a:blip r:embed="rId74"/>
                      <a:stretch>
                        <a:fillRect/>
                      </a:stretch>
                    </p:blipFill>
                    <p:spPr>
                      <a:xfrm>
                        <a:off x="1588" y="1588"/>
                        <a:ext cx="1587" cy="1587"/>
                      </a:xfrm>
                      <a:prstGeom prst="rect">
                        <a:avLst/>
                      </a:prstGeom>
                    </p:spPr>
                  </p:pic>
                </p:oleObj>
              </mc:Fallback>
            </mc:AlternateContent>
          </a:graphicData>
        </a:graphic>
      </p:graphicFrame>
      <p:sp>
        <p:nvSpPr>
          <p:cNvPr id="5" name="Rectangle 4" hidden="1"/>
          <p:cNvSpPr/>
          <p:nvPr userDrawn="1">
            <p:custDataLst>
              <p:tags r:id="rId72"/>
            </p:custDataLst>
          </p:nvPr>
        </p:nvSpPr>
        <p:spPr>
          <a:xfrm>
            <a:off x="0" y="0"/>
            <a:ext cx="158750" cy="158750"/>
          </a:xfrm>
          <a:prstGeom prst="rect">
            <a:avLst/>
          </a:prstGeom>
          <a:solidFill>
            <a:srgbClr val="005B4F"/>
          </a:solidFill>
          <a:ln w="9525" cap="rnd" cmpd="sng" algn="ctr">
            <a:solidFill>
              <a:srgbClr val="005B4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pPr>
            <a:endParaRPr kumimoji="0" lang="ar-AE" sz="2400" b="0" i="0" u="none" strike="noStrike" kern="0" cap="none" spc="0" normalizeH="0" baseline="0" noProof="0" dirty="0">
              <a:ln>
                <a:noFill/>
              </a:ln>
              <a:solidFill>
                <a:prstClr val="white"/>
              </a:solidFill>
              <a:effectLst/>
              <a:uLnTx/>
              <a:uFillTx/>
              <a:latin typeface="+mn-lt"/>
              <a:ea typeface="+mn-ea"/>
              <a:cs typeface="+mn-cs"/>
              <a:sym typeface="DIN Next LT Arabic" panose="020B0503020203050203" pitchFamily="34" charset="-78"/>
            </a:endParaRPr>
          </a:p>
        </p:txBody>
      </p:sp>
      <p:sp>
        <p:nvSpPr>
          <p:cNvPr id="11" name="Date Placeholder 3"/>
          <p:cNvSpPr>
            <a:spLocks noGrp="1"/>
          </p:cNvSpPr>
          <p:nvPr>
            <p:ph type="dt" sz="half" idx="2"/>
          </p:nvPr>
        </p:nvSpPr>
        <p:spPr>
          <a:xfrm>
            <a:off x="1193800" y="6405036"/>
            <a:ext cx="1482051" cy="153888"/>
          </a:xfrm>
          <a:prstGeom prst="rect">
            <a:avLst/>
          </a:prstGeom>
        </p:spPr>
        <p:txBody>
          <a:bodyPr vert="horz" wrap="square" lIns="0" tIns="0" rIns="0" bIns="0" rtlCol="0" anchor="b">
            <a:noAutofit/>
          </a:bodyPr>
          <a:lstStyle>
            <a:lvl1pPr algn="l" rtl="1" eaLnBrk="1">
              <a:defRPr sz="1000">
                <a:solidFill>
                  <a:schemeClr val="bg1">
                    <a:lumMod val="50000"/>
                  </a:schemeClr>
                </a:solidFill>
                <a:latin typeface="+mn-lt"/>
                <a:ea typeface="+mn-ea"/>
                <a:cs typeface="+mn-cs"/>
                <a:sym typeface="+mn-lt"/>
              </a:defRPr>
            </a:lvl1pPr>
          </a:lstStyle>
          <a:p>
            <a:endParaRPr lang="ar-AE" dirty="0"/>
          </a:p>
        </p:txBody>
      </p:sp>
      <p:sp>
        <p:nvSpPr>
          <p:cNvPr id="9" name="Title Placeholder 1"/>
          <p:cNvSpPr>
            <a:spLocks noGrp="1"/>
          </p:cNvSpPr>
          <p:nvPr>
            <p:ph type="title"/>
          </p:nvPr>
        </p:nvSpPr>
        <p:spPr>
          <a:xfrm>
            <a:off x="630000" y="622800"/>
            <a:ext cx="10933350" cy="341632"/>
          </a:xfrm>
          <a:prstGeom prst="rect">
            <a:avLst/>
          </a:prstGeom>
        </p:spPr>
        <p:txBody>
          <a:bodyPr vert="horz" wrap="square" lIns="0" tIns="0" rIns="0" bIns="0" rtlCol="0" anchor="t">
            <a:spAutoFit/>
          </a:bodyPr>
          <a:lstStyle/>
          <a:p>
            <a:r>
              <a:rPr lang="ar-AE" noProof="0" dirty="0"/>
              <a:t>انقر لإضافة عنوان</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ar-AE" noProof="0" dirty="0"/>
              <a:t>Edit Master text styles</a:t>
            </a:r>
          </a:p>
          <a:p>
            <a:pPr lvl="1"/>
            <a:r>
              <a:rPr lang="ar-AE" noProof="0" dirty="0"/>
              <a:t>Second level</a:t>
            </a:r>
          </a:p>
          <a:p>
            <a:pPr lvl="2"/>
            <a:r>
              <a:rPr lang="ar-AE" noProof="0" dirty="0"/>
              <a:t>Third level</a:t>
            </a:r>
          </a:p>
          <a:p>
            <a:pPr lvl="3"/>
            <a:r>
              <a:rPr lang="ar-AE" noProof="0" dirty="0"/>
              <a:t>Fourth level</a:t>
            </a:r>
          </a:p>
          <a:p>
            <a:pPr lvl="4"/>
            <a:r>
              <a:rPr lang="ar-AE" noProof="0" dirty="0"/>
              <a:t>Fifth level</a:t>
            </a:r>
          </a:p>
          <a:p>
            <a:pPr lvl="5"/>
            <a:r>
              <a:rPr lang="ar-AE" noProof="0" dirty="0"/>
              <a:t>Level six</a:t>
            </a:r>
          </a:p>
          <a:p>
            <a:pPr lvl="6"/>
            <a:r>
              <a:rPr lang="ar-AE" noProof="0" dirty="0"/>
              <a:t>Level seven</a:t>
            </a:r>
          </a:p>
          <a:p>
            <a:pPr lvl="7"/>
            <a:r>
              <a:rPr lang="ar-AE" noProof="0" dirty="0"/>
              <a:t>Level eight</a:t>
            </a:r>
          </a:p>
          <a:p>
            <a:pPr lvl="8"/>
            <a:r>
              <a:rPr lang="ar-AE" noProof="0" dirty="0"/>
              <a:t>Level nine</a:t>
            </a:r>
          </a:p>
        </p:txBody>
      </p:sp>
      <p:sp>
        <p:nvSpPr>
          <p:cNvPr id="14" name="TextBox 13"/>
          <p:cNvSpPr txBox="1"/>
          <p:nvPr userDrawn="1"/>
        </p:nvSpPr>
        <p:spPr>
          <a:xfrm>
            <a:off x="630000" y="6405036"/>
            <a:ext cx="381000" cy="153888"/>
          </a:xfrm>
          <a:prstGeom prst="rect">
            <a:avLst/>
          </a:prstGeom>
          <a:noFill/>
        </p:spPr>
        <p:txBody>
          <a:bodyPr wrap="square" lIns="0" tIns="0" rIns="0" bIns="0" rtlCol="0" anchor="b">
            <a:spAutoFit/>
          </a:bodyPr>
          <a:lstStyle/>
          <a:p>
            <a:pPr marL="0" marR="0" indent="0" algn="r" defTabSz="914400" rtl="1" eaLnBrk="1" fontAlgn="auto" latinLnBrk="0" hangingPunct="1">
              <a:lnSpc>
                <a:spcPct val="100000"/>
              </a:lnSpc>
              <a:spcBef>
                <a:spcPts val="0"/>
              </a:spcBef>
              <a:spcAft>
                <a:spcPts val="0"/>
              </a:spcAft>
              <a:buClrTx/>
              <a:buSzTx/>
              <a:buFontTx/>
              <a:buNone/>
              <a:tabLst/>
              <a:defRPr/>
            </a:pPr>
            <a:fld id="{DFCF27A5-1A5B-48D3-A060-2758FFBB1ADD}" type="slidenum">
              <a:rPr lang="ar-AE" sz="1000" kern="1200" smtClean="0">
                <a:solidFill>
                  <a:schemeClr val="bg1">
                    <a:lumMod val="50000"/>
                  </a:schemeClr>
                </a:solidFill>
                <a:latin typeface="+mn-lt"/>
                <a:ea typeface="+mn-ea"/>
                <a:cs typeface="+mn-cs"/>
                <a:sym typeface="Trebuchet MS" panose="020B0603020202020204" pitchFamily="34" charset="0"/>
              </a:rPr>
              <a:pPr marL="0" marR="0" indent="0" algn="r" defTabSz="914400" rtl="1" eaLnBrk="1" fontAlgn="auto" latinLnBrk="0" hangingPunct="1">
                <a:lnSpc>
                  <a:spcPct val="100000"/>
                </a:lnSpc>
                <a:spcBef>
                  <a:spcPts val="0"/>
                </a:spcBef>
                <a:spcAft>
                  <a:spcPts val="0"/>
                </a:spcAft>
                <a:buClrTx/>
                <a:buSzTx/>
                <a:buFontTx/>
                <a:buNone/>
                <a:tabLst/>
                <a:defRPr/>
              </a:pPr>
              <a:t>‹#›</a:t>
            </a:fld>
            <a:endParaRPr lang="ar-AE" sz="1000" kern="1200" dirty="0">
              <a:solidFill>
                <a:schemeClr val="bg1">
                  <a:lumMod val="50000"/>
                </a:schemeClr>
              </a:solidFill>
              <a:latin typeface="+mn-lt"/>
              <a:ea typeface="+mn-ea"/>
              <a:cs typeface="+mn-cs"/>
              <a:sym typeface="Trebuchet MS" panose="020B0603020202020204" pitchFamily="34" charset="0"/>
            </a:endParaRPr>
          </a:p>
        </p:txBody>
      </p:sp>
      <p:grpSp>
        <p:nvGrpSpPr>
          <p:cNvPr id="12" name="Group 11">
            <a:extLst>
              <a:ext uri="{FF2B5EF4-FFF2-40B4-BE49-F238E27FC236}">
                <a16:creationId xmlns:a16="http://schemas.microsoft.com/office/drawing/2014/main" id="{E826534E-2FAC-45CF-BD15-F2492B1EF443}"/>
              </a:ext>
            </a:extLst>
          </p:cNvPr>
          <p:cNvGrpSpPr/>
          <p:nvPr userDrawn="1"/>
        </p:nvGrpSpPr>
        <p:grpSpPr>
          <a:xfrm>
            <a:off x="170182" y="86876"/>
            <a:ext cx="1306195" cy="432854"/>
            <a:chOff x="170182" y="86876"/>
            <a:chExt cx="1306195" cy="432854"/>
          </a:xfrm>
        </p:grpSpPr>
        <p:pic>
          <p:nvPicPr>
            <p:cNvPr id="13" name="Picture 12">
              <a:extLst>
                <a:ext uri="{FF2B5EF4-FFF2-40B4-BE49-F238E27FC236}">
                  <a16:creationId xmlns:a16="http://schemas.microsoft.com/office/drawing/2014/main" id="{3B098D28-C18A-47D0-9D91-AD27664A246E}"/>
                </a:ext>
              </a:extLst>
            </p:cNvPr>
            <p:cNvPicPr>
              <a:picLocks noChangeAspect="1"/>
            </p:cNvPicPr>
            <p:nvPr userDrawn="1"/>
          </p:nvPicPr>
          <p:blipFill rotWithShape="1">
            <a:blip r:embed="rId75"/>
            <a:srcRect r="33081"/>
            <a:stretch/>
          </p:blipFill>
          <p:spPr>
            <a:xfrm>
              <a:off x="493159" y="86876"/>
              <a:ext cx="983218" cy="432854"/>
            </a:xfrm>
            <a:prstGeom prst="rect">
              <a:avLst/>
            </a:prstGeom>
          </p:spPr>
        </p:pic>
        <p:pic>
          <p:nvPicPr>
            <p:cNvPr id="15" name="Picture 14">
              <a:extLst>
                <a:ext uri="{FF2B5EF4-FFF2-40B4-BE49-F238E27FC236}">
                  <a16:creationId xmlns:a16="http://schemas.microsoft.com/office/drawing/2014/main" id="{77929A1C-9F8F-461C-9A08-C1E97CE85B8A}"/>
                </a:ext>
              </a:extLst>
            </p:cNvPr>
            <p:cNvPicPr>
              <a:picLocks noChangeAspect="1"/>
            </p:cNvPicPr>
            <p:nvPr userDrawn="1"/>
          </p:nvPicPr>
          <p:blipFill rotWithShape="1">
            <a:blip r:embed="rId75"/>
            <a:srcRect l="67278"/>
            <a:stretch/>
          </p:blipFill>
          <p:spPr>
            <a:xfrm>
              <a:off x="170182" y="89345"/>
              <a:ext cx="386728" cy="348186"/>
            </a:xfrm>
            <a:prstGeom prst="rect">
              <a:avLst/>
            </a:prstGeom>
          </p:spPr>
        </p:pic>
      </p:grpSp>
    </p:spTree>
    <p:extLst>
      <p:ext uri="{BB962C8B-B14F-4D97-AF65-F5344CB8AC3E}">
        <p14:creationId xmlns:p14="http://schemas.microsoft.com/office/powerpoint/2010/main" val="1111206750"/>
      </p:ext>
    </p:extLst>
  </p:cSld>
  <p:clrMap bg1="lt1" tx1="dk1" bg2="lt2" tx2="dk2" accent1="accent1" accent2="accent2" accent3="accent3" accent4="accent4" accent5="accent5" accent6="accent6" hlink="hlink" folHlink="folHlink"/>
  <p:sldLayoutIdLst>
    <p:sldLayoutId id="2147485187" r:id="rId1"/>
    <p:sldLayoutId id="2147485188" r:id="rId2"/>
    <p:sldLayoutId id="2147485189" r:id="rId3"/>
    <p:sldLayoutId id="2147485190" r:id="rId4"/>
    <p:sldLayoutId id="2147485191" r:id="rId5"/>
    <p:sldLayoutId id="2147485192" r:id="rId6"/>
    <p:sldLayoutId id="2147485193" r:id="rId7"/>
    <p:sldLayoutId id="2147485194" r:id="rId8"/>
    <p:sldLayoutId id="2147485195" r:id="rId9"/>
    <p:sldLayoutId id="2147485196" r:id="rId10"/>
    <p:sldLayoutId id="2147485197" r:id="rId11"/>
    <p:sldLayoutId id="2147485198" r:id="rId12"/>
    <p:sldLayoutId id="2147485199" r:id="rId13"/>
    <p:sldLayoutId id="2147485200" r:id="rId14"/>
    <p:sldLayoutId id="2147485201" r:id="rId15"/>
    <p:sldLayoutId id="2147485202" r:id="rId16"/>
    <p:sldLayoutId id="2147485203" r:id="rId17"/>
    <p:sldLayoutId id="2147485204" r:id="rId18"/>
    <p:sldLayoutId id="2147485205" r:id="rId19"/>
    <p:sldLayoutId id="2147485206" r:id="rId20"/>
    <p:sldLayoutId id="2147485207" r:id="rId21"/>
    <p:sldLayoutId id="2147485208" r:id="rId22"/>
    <p:sldLayoutId id="2147485209" r:id="rId23"/>
    <p:sldLayoutId id="2147485210" r:id="rId24"/>
    <p:sldLayoutId id="2147485211" r:id="rId25"/>
    <p:sldLayoutId id="2147485212" r:id="rId26"/>
    <p:sldLayoutId id="2147485213" r:id="rId27"/>
    <p:sldLayoutId id="2147485214" r:id="rId28"/>
    <p:sldLayoutId id="2147485215" r:id="rId29"/>
    <p:sldLayoutId id="2147485216" r:id="rId30"/>
    <p:sldLayoutId id="2147485217" r:id="rId31"/>
    <p:sldLayoutId id="2147485218" r:id="rId32"/>
    <p:sldLayoutId id="2147485219" r:id="rId33"/>
    <p:sldLayoutId id="2147485220" r:id="rId34"/>
    <p:sldLayoutId id="2147485221" r:id="rId35"/>
    <p:sldLayoutId id="2147485222" r:id="rId36"/>
    <p:sldLayoutId id="2147485223" r:id="rId37"/>
    <p:sldLayoutId id="2147485224" r:id="rId38"/>
    <p:sldLayoutId id="2147485225" r:id="rId39"/>
    <p:sldLayoutId id="2147485226" r:id="rId40"/>
    <p:sldLayoutId id="2147485227" r:id="rId41"/>
    <p:sldLayoutId id="2147485228" r:id="rId42"/>
    <p:sldLayoutId id="2147485229" r:id="rId43"/>
    <p:sldLayoutId id="2147485230" r:id="rId44"/>
    <p:sldLayoutId id="2147485231" r:id="rId45"/>
    <p:sldLayoutId id="2147485232" r:id="rId46"/>
    <p:sldLayoutId id="2147485233" r:id="rId47"/>
    <p:sldLayoutId id="2147485234" r:id="rId48"/>
    <p:sldLayoutId id="2147485235" r:id="rId49"/>
    <p:sldLayoutId id="2147485236" r:id="rId50"/>
    <p:sldLayoutId id="2147485237" r:id="rId51"/>
    <p:sldLayoutId id="2147485238" r:id="rId52"/>
    <p:sldLayoutId id="2147485239" r:id="rId53"/>
    <p:sldLayoutId id="2147485240" r:id="rId54"/>
    <p:sldLayoutId id="2147485241" r:id="rId55"/>
    <p:sldLayoutId id="2147485242" r:id="rId56"/>
    <p:sldLayoutId id="2147485243" r:id="rId57"/>
    <p:sldLayoutId id="2147485244" r:id="rId58"/>
    <p:sldLayoutId id="2147485254" r:id="rId59"/>
    <p:sldLayoutId id="2147485255" r:id="rId60"/>
    <p:sldLayoutId id="2147485245" r:id="rId61"/>
    <p:sldLayoutId id="2147485246" r:id="rId62"/>
    <p:sldLayoutId id="2147485247" r:id="rId63"/>
    <p:sldLayoutId id="2147485248" r:id="rId64"/>
    <p:sldLayoutId id="2147485249" r:id="rId65"/>
    <p:sldLayoutId id="2147485250" r:id="rId66"/>
    <p:sldLayoutId id="2147485251" r:id="rId67"/>
    <p:sldLayoutId id="2147485252" r:id="rId68"/>
    <p:sldLayoutId id="2147485253" r:id="rId69"/>
  </p:sldLayoutIdLst>
  <mc:AlternateContent xmlns:mc="http://schemas.openxmlformats.org/markup-compatibility/2006">
    <mc:Choice xmlns:p14="http://schemas.microsoft.com/office/powerpoint/2010/main" Requires="p14">
      <p:transition p14:dur="250"/>
    </mc:Choice>
    <mc:Fallback>
      <p:transition/>
    </mc:Fallback>
  </mc:AlternateContent>
  <p:hf sldNum="0" hdr="0" ftr="0" dt="0"/>
  <p:txStyles>
    <p:titleStyle>
      <a:lvl1pPr algn="r" defTabSz="914400" rtl="1" eaLnBrk="1" latinLnBrk="0" hangingPunct="1">
        <a:lnSpc>
          <a:spcPct val="90000"/>
        </a:lnSpc>
        <a:spcBef>
          <a:spcPct val="0"/>
        </a:spcBef>
        <a:buNone/>
        <a:defRPr sz="2400" kern="1200">
          <a:solidFill>
            <a:srgbClr val="005B4F"/>
          </a:solidFill>
          <a:latin typeface="+mj-lt"/>
          <a:ea typeface="+mj-ea"/>
          <a:cs typeface="+mj-cs"/>
          <a:sym typeface="+mj-lt"/>
        </a:defRPr>
      </a:lvl1pPr>
    </p:titleStyle>
    <p:bodyStyle>
      <a:lvl1pPr marL="0" indent="0" algn="r" defTabSz="914400" rtl="1" eaLnBrk="1" latinLnBrk="0" hangingPunct="1">
        <a:lnSpc>
          <a:spcPct val="110000"/>
        </a:lnSpc>
        <a:spcBef>
          <a:spcPts val="600"/>
        </a:spcBef>
        <a:spcAft>
          <a:spcPts val="300"/>
        </a:spcAft>
        <a:buClr>
          <a:schemeClr val="tx2"/>
        </a:buClr>
        <a:buFont typeface="Arial" panose="020B0604020202020204" pitchFamily="34" charset="0"/>
        <a:buChar char="​"/>
        <a:defRPr lang="en-US" sz="1400" kern="1200">
          <a:solidFill>
            <a:schemeClr val="tx1"/>
          </a:solidFill>
          <a:latin typeface="+mn-lt"/>
          <a:ea typeface="+mn-ea"/>
          <a:cs typeface="+mn-cs"/>
          <a:sym typeface="+mn-lt"/>
        </a:defRPr>
      </a:lvl1pPr>
      <a:lvl2pPr marL="284400" indent="-172800" algn="r" defTabSz="914400" rtl="1" eaLnBrk="1" latinLnBrk="0" hangingPunct="1">
        <a:lnSpc>
          <a:spcPct val="90000"/>
        </a:lnSpc>
        <a:spcBef>
          <a:spcPts val="0"/>
        </a:spcBef>
        <a:spcAft>
          <a:spcPts val="300"/>
        </a:spcAft>
        <a:buClr>
          <a:schemeClr val="tx2"/>
        </a:buClr>
        <a:buFont typeface="Arial" panose="020B0604020202020204" pitchFamily="34" charset="0"/>
        <a:buChar char="•"/>
        <a:defRPr lang="en-US" sz="1400" kern="1200">
          <a:solidFill>
            <a:schemeClr val="tx1"/>
          </a:solidFill>
          <a:latin typeface="+mn-lt"/>
          <a:ea typeface="+mn-ea"/>
          <a:cs typeface="+mn-cs"/>
          <a:sym typeface="+mn-lt"/>
        </a:defRPr>
      </a:lvl2pPr>
      <a:lvl3pPr marL="511200" indent="-165600" algn="r" defTabSz="914400" rtl="1" eaLnBrk="1" latinLnBrk="0" hangingPunct="1">
        <a:lnSpc>
          <a:spcPct val="90000"/>
        </a:lnSpc>
        <a:spcBef>
          <a:spcPts val="0"/>
        </a:spcBef>
        <a:spcAft>
          <a:spcPts val="300"/>
        </a:spcAft>
        <a:buClr>
          <a:schemeClr val="tx2"/>
        </a:buClr>
        <a:buFont typeface="Trebuchet MS" panose="020B0603020202020204" pitchFamily="34" charset="0"/>
        <a:buChar char="–"/>
        <a:defRPr lang="en-US" sz="1400" kern="1200">
          <a:solidFill>
            <a:schemeClr val="tx1"/>
          </a:solidFill>
          <a:latin typeface="+mn-lt"/>
          <a:ea typeface="+mn-ea"/>
          <a:cs typeface="+mn-cs"/>
          <a:sym typeface="+mn-lt"/>
        </a:defRPr>
      </a:lvl3pPr>
      <a:lvl4pPr marL="0" indent="0" algn="r" defTabSz="914400" rtl="1" eaLnBrk="1" latinLnBrk="0" hangingPunct="1">
        <a:lnSpc>
          <a:spcPct val="110000"/>
        </a:lnSpc>
        <a:spcBef>
          <a:spcPts val="300"/>
        </a:spcBef>
        <a:spcAft>
          <a:spcPts val="300"/>
        </a:spcAft>
        <a:buClr>
          <a:schemeClr val="tx2"/>
        </a:buClr>
        <a:buFont typeface="Arial" panose="020B0604020202020204" pitchFamily="34" charset="0"/>
        <a:buChar char="​"/>
        <a:defRPr lang="en-US" sz="1800" kern="1200">
          <a:solidFill>
            <a:schemeClr val="tx2"/>
          </a:solidFill>
          <a:latin typeface="+mn-lt"/>
          <a:ea typeface="+mn-ea"/>
          <a:cs typeface="+mn-cs"/>
          <a:sym typeface="+mn-lt"/>
        </a:defRPr>
      </a:lvl4pPr>
      <a:lvl5pPr marL="0" indent="0" algn="r" defTabSz="914400" rtl="1" eaLnBrk="1" latinLnBrk="0" hangingPunct="1">
        <a:lnSpc>
          <a:spcPct val="100000"/>
        </a:lnSpc>
        <a:spcBef>
          <a:spcPts val="0"/>
        </a:spcBef>
        <a:spcAft>
          <a:spcPts val="300"/>
        </a:spcAft>
        <a:buClr>
          <a:schemeClr val="tx2"/>
        </a:buClr>
        <a:buFont typeface="Arial" panose="020B0604020202020204" pitchFamily="34" charset="0"/>
        <a:buChar char="​"/>
        <a:defRPr lang="en-US" sz="1800" b="1" kern="1200" smtClean="0">
          <a:solidFill>
            <a:schemeClr val="tx1"/>
          </a:solidFill>
          <a:latin typeface="+mn-lt"/>
          <a:ea typeface="+mn-ea"/>
          <a:cs typeface="+mn-cs"/>
          <a:sym typeface="+mn-lt"/>
        </a:defRPr>
      </a:lvl5pPr>
      <a:lvl6pPr marL="269875" indent="-152400" algn="r" defTabSz="914400" rtl="1" eaLnBrk="1" latinLnBrk="0" hangingPunct="1">
        <a:lnSpc>
          <a:spcPct val="90000"/>
        </a:lnSpc>
        <a:spcBef>
          <a:spcPts val="0"/>
        </a:spcBef>
        <a:spcAft>
          <a:spcPts val="600"/>
        </a:spcAft>
        <a:buClr>
          <a:schemeClr val="tx2"/>
        </a:buClr>
        <a:buFont typeface="Arial" panose="020B0604020202020204" pitchFamily="34" charset="0"/>
        <a:buChar char="•"/>
        <a:defRPr lang="en-US" sz="1800" kern="1200" smtClean="0">
          <a:solidFill>
            <a:schemeClr val="tx1"/>
          </a:solidFill>
          <a:latin typeface="+mn-lt"/>
          <a:ea typeface="+mn-ea"/>
          <a:cs typeface="+mn-cs"/>
          <a:sym typeface="+mn-lt"/>
        </a:defRPr>
      </a:lvl6pPr>
      <a:lvl7pPr marL="0" indent="0" algn="r" defTabSz="914400" rtl="1" eaLnBrk="1" latinLnBrk="0" hangingPunct="1">
        <a:lnSpc>
          <a:spcPct val="90000"/>
        </a:lnSpc>
        <a:spcBef>
          <a:spcPts val="900"/>
        </a:spcBef>
        <a:spcAft>
          <a:spcPts val="900"/>
        </a:spcAft>
        <a:buClr>
          <a:schemeClr val="tx2"/>
        </a:buClr>
        <a:buFont typeface="Arial" panose="020B0604020202020204" pitchFamily="34" charset="0"/>
        <a:buChar char="​"/>
        <a:defRPr lang="en-US" sz="4400" kern="1200" baseline="0" smtClean="0">
          <a:solidFill>
            <a:schemeClr val="tx1"/>
          </a:solidFill>
          <a:latin typeface="+mn-lt"/>
          <a:ea typeface="+mn-ea"/>
          <a:cs typeface="+mn-cs"/>
          <a:sym typeface="+mn-lt"/>
        </a:defRPr>
      </a:lvl7pPr>
      <a:lvl8pPr marL="0" indent="0" algn="r" defTabSz="914400" rtl="1" eaLnBrk="1" latinLnBrk="0" hangingPunct="1">
        <a:lnSpc>
          <a:spcPct val="90000"/>
        </a:lnSpc>
        <a:spcBef>
          <a:spcPts val="900"/>
        </a:spcBef>
        <a:spcAft>
          <a:spcPts val="0"/>
        </a:spcAft>
        <a:buClr>
          <a:schemeClr val="tx2"/>
        </a:buClr>
        <a:buFont typeface="Arial" panose="020B0604020202020204" pitchFamily="34" charset="0"/>
        <a:buChar char="​"/>
        <a:defRPr lang="en-US" sz="5400" kern="1200" baseline="0" smtClean="0">
          <a:solidFill>
            <a:schemeClr val="tx2"/>
          </a:solidFill>
          <a:latin typeface="+mn-lt"/>
          <a:ea typeface="+mn-ea"/>
          <a:cs typeface="+mn-cs"/>
          <a:sym typeface="+mn-lt"/>
        </a:defRPr>
      </a:lvl8pPr>
      <a:lvl9pPr marL="0" indent="0" algn="r" defTabSz="914400" rtl="1" eaLnBrk="1" latinLnBrk="0" hangingPunct="1">
        <a:lnSpc>
          <a:spcPct val="100000"/>
        </a:lnSpc>
        <a:spcBef>
          <a:spcPts val="0"/>
        </a:spcBef>
        <a:spcAft>
          <a:spcPts val="900"/>
        </a:spcAft>
        <a:buClr>
          <a:schemeClr val="tx2"/>
        </a:buClr>
        <a:buFont typeface="Arial" panose="020B0604020202020204" pitchFamily="34" charset="0"/>
        <a:buChar char="​"/>
        <a:defRPr lang="en-US" sz="2400" kern="1200" baseline="0" dirty="0">
          <a:solidFill>
            <a:schemeClr val="tx2"/>
          </a:solidFill>
          <a:latin typeface="+mn-lt"/>
          <a:ea typeface="+mn-ea"/>
          <a:cs typeface="+mn-cs"/>
          <a:sym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20.xml"/><Relationship Id="rId5" Type="http://schemas.openxmlformats.org/officeDocument/2006/relationships/image" Target="../media/image8.emf"/><Relationship Id="rId4" Type="http://schemas.openxmlformats.org/officeDocument/2006/relationships/oleObject" Target="../embeddings/oleObject71.bin"/></Relationships>
</file>

<file path=ppt/slides/_rels/slide2.xml.rels><?xml version="1.0" encoding="UTF-8" standalone="yes"?>
<Relationships xmlns="http://schemas.openxmlformats.org/package/2006/relationships"><Relationship Id="rId3" Type="http://schemas.openxmlformats.org/officeDocument/2006/relationships/tags" Target="../tags/tag123.xml"/><Relationship Id="rId7" Type="http://schemas.openxmlformats.org/officeDocument/2006/relationships/image" Target="../media/image8.emf"/><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oleObject" Target="../embeddings/oleObject72.bin"/><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0.xml"/><Relationship Id="rId1" Type="http://schemas.openxmlformats.org/officeDocument/2006/relationships/tags" Target="../tags/tag124.xml"/><Relationship Id="rId5" Type="http://schemas.openxmlformats.org/officeDocument/2006/relationships/image" Target="../media/image8.emf"/><Relationship Id="rId4" Type="http://schemas.openxmlformats.org/officeDocument/2006/relationships/oleObject" Target="../embeddings/oleObject73.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7.xml"/><Relationship Id="rId1" Type="http://schemas.openxmlformats.org/officeDocument/2006/relationships/tags" Target="../tags/tag125.xml"/><Relationship Id="rId5" Type="http://schemas.openxmlformats.org/officeDocument/2006/relationships/image" Target="../media/image8.emf"/><Relationship Id="rId4" Type="http://schemas.openxmlformats.org/officeDocument/2006/relationships/oleObject" Target="../embeddings/oleObject73.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Layout" Target="../slideLayouts/slideLayout26.xml"/><Relationship Id="rId1" Type="http://schemas.openxmlformats.org/officeDocument/2006/relationships/tags" Target="../tags/tag126.xml"/><Relationship Id="rId4" Type="http://schemas.openxmlformats.org/officeDocument/2006/relationships/image" Target="../media/image1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34973980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ctrTitle"/>
          </p:nvPr>
        </p:nvSpPr>
        <p:spPr/>
        <p:txBody>
          <a:bodyPr/>
          <a:lstStyle/>
          <a:p>
            <a:endParaRPr lang="ar-AE" dirty="0"/>
          </a:p>
        </p:txBody>
      </p:sp>
      <p:sp>
        <p:nvSpPr>
          <p:cNvPr id="4" name="Text Placeholder 3"/>
          <p:cNvSpPr>
            <a:spLocks noGrp="1"/>
          </p:cNvSpPr>
          <p:nvPr>
            <p:ph type="body" sz="quarter" idx="10"/>
          </p:nvPr>
        </p:nvSpPr>
        <p:spPr/>
        <p:txBody>
          <a:bodyPr/>
          <a:lstStyle/>
          <a:p>
            <a:endParaRPr lang="ar-AE" dirty="0"/>
          </a:p>
        </p:txBody>
      </p:sp>
      <p:sp>
        <p:nvSpPr>
          <p:cNvPr id="5" name="Text Placeholder 4"/>
          <p:cNvSpPr>
            <a:spLocks noGrp="1"/>
          </p:cNvSpPr>
          <p:nvPr>
            <p:ph type="body" sz="quarter" idx="11"/>
          </p:nvPr>
        </p:nvSpPr>
        <p:spPr/>
        <p:txBody>
          <a:bodyPr/>
          <a:lstStyle/>
          <a:p>
            <a:endParaRPr lang="ar-AE" dirty="0"/>
          </a:p>
        </p:txBody>
      </p:sp>
    </p:spTree>
    <p:extLst>
      <p:ext uri="{BB962C8B-B14F-4D97-AF65-F5344CB8AC3E}">
        <p14:creationId xmlns:p14="http://schemas.microsoft.com/office/powerpoint/2010/main" val="1282651090"/>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35014750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86" imgH="286" progId="TCLayout.ActiveDocument.1">
                  <p:embed/>
                </p:oleObj>
              </mc:Choice>
              <mc:Fallback>
                <p:oleObj name="think-cell Slide" r:id="rId6" imgW="286" imgH="286"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3" name="Rectangle 22" hidden="1">
            <a:extLst>
              <a:ext uri="{FF2B5EF4-FFF2-40B4-BE49-F238E27FC236}">
                <a16:creationId xmlns:a16="http://schemas.microsoft.com/office/drawing/2014/main" id="{9927B294-D17A-4E9C-B94E-493C958A63C9}"/>
              </a:ext>
            </a:extLst>
          </p:cNvPr>
          <p:cNvSpPr/>
          <p:nvPr>
            <p:custDataLst>
              <p:tags r:id="rId2"/>
            </p:custDataLst>
          </p:nvPr>
        </p:nvSpPr>
        <p:spPr bwMode="gray">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ar-AE" sz="1600" dirty="0">
              <a:solidFill>
                <a:srgbClr val="FFFFFF"/>
              </a:solidFill>
              <a:latin typeface="Trebuchet MS" panose="020B0603020202020204" pitchFamily="34" charset="0"/>
              <a:sym typeface="Trebuchet MS" panose="020B0603020202020204" pitchFamily="34" charset="0"/>
            </a:endParaRPr>
          </a:p>
        </p:txBody>
      </p:sp>
      <p:sp>
        <p:nvSpPr>
          <p:cNvPr id="30" name="Rectangle 29" hidden="1">
            <a:extLst>
              <a:ext uri="{FF2B5EF4-FFF2-40B4-BE49-F238E27FC236}">
                <a16:creationId xmlns:a16="http://schemas.microsoft.com/office/drawing/2014/main" id="{E7D0E144-E0A1-4AC2-AB7E-159C3C286D08}"/>
              </a:ext>
            </a:extLst>
          </p:cNvPr>
          <p:cNvSpPr/>
          <p:nvPr>
            <p:custDataLst>
              <p:tags r:id="rId3"/>
            </p:custDataLst>
          </p:nvPr>
        </p:nvSpPr>
        <p:spPr bwMode="gray">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ar-AE" sz="1600" dirty="0">
              <a:solidFill>
                <a:srgbClr val="FFFFFF"/>
              </a:solidFill>
              <a:latin typeface="Trebuchet MS" panose="020B0603020202020204" pitchFamily="34" charset="0"/>
              <a:sym typeface="Trebuchet MS" panose="020B0603020202020204" pitchFamily="34" charset="0"/>
            </a:endParaRPr>
          </a:p>
        </p:txBody>
      </p:sp>
      <p:sp>
        <p:nvSpPr>
          <p:cNvPr id="78" name="Title 77">
            <a:extLst>
              <a:ext uri="{FF2B5EF4-FFF2-40B4-BE49-F238E27FC236}">
                <a16:creationId xmlns:a16="http://schemas.microsoft.com/office/drawing/2014/main" id="{2BE2BCBA-57E4-4D16-8488-31860F1144DD}"/>
              </a:ext>
            </a:extLst>
          </p:cNvPr>
          <p:cNvSpPr>
            <a:spLocks noGrp="1"/>
          </p:cNvSpPr>
          <p:nvPr>
            <p:ph type="title"/>
          </p:nvPr>
        </p:nvSpPr>
        <p:spPr/>
        <p:txBody>
          <a:bodyPr/>
          <a:lstStyle/>
          <a:p>
            <a:endParaRPr lang="ar-AE"/>
          </a:p>
        </p:txBody>
      </p:sp>
    </p:spTree>
    <p:extLst>
      <p:ext uri="{BB962C8B-B14F-4D97-AF65-F5344CB8AC3E}">
        <p14:creationId xmlns:p14="http://schemas.microsoft.com/office/powerpoint/2010/main" val="457182130"/>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10609465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5" name="Title 14">
            <a:extLst>
              <a:ext uri="{FF2B5EF4-FFF2-40B4-BE49-F238E27FC236}">
                <a16:creationId xmlns:a16="http://schemas.microsoft.com/office/drawing/2014/main" id="{E08AE00B-D8D2-46B9-88A8-DE87A0928BB5}"/>
              </a:ext>
            </a:extLst>
          </p:cNvPr>
          <p:cNvSpPr>
            <a:spLocks noGrp="1"/>
          </p:cNvSpPr>
          <p:nvPr>
            <p:ph type="title"/>
          </p:nvPr>
        </p:nvSpPr>
        <p:spPr/>
        <p:txBody>
          <a:bodyPr/>
          <a:lstStyle/>
          <a:p>
            <a:endParaRPr lang="ar-AE"/>
          </a:p>
        </p:txBody>
      </p:sp>
    </p:spTree>
    <p:extLst>
      <p:ext uri="{BB962C8B-B14F-4D97-AF65-F5344CB8AC3E}">
        <p14:creationId xmlns:p14="http://schemas.microsoft.com/office/powerpoint/2010/main" val="324750853"/>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2378370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p:txBody>
          <a:bodyPr/>
          <a:lstStyle/>
          <a:p>
            <a:endParaRPr lang="ar-AE" dirty="0"/>
          </a:p>
        </p:txBody>
      </p:sp>
    </p:spTree>
    <p:extLst>
      <p:ext uri="{BB962C8B-B14F-4D97-AF65-F5344CB8AC3E}">
        <p14:creationId xmlns:p14="http://schemas.microsoft.com/office/powerpoint/2010/main" val="50753146"/>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7DF2616-8C88-4AED-A1A4-EA8809F78F70}"/>
              </a:ext>
            </a:extLst>
          </p:cNvPr>
          <p:cNvGraphicFramePr>
            <a:graphicFrameLocks noChangeAspect="1"/>
          </p:cNvGraphicFramePr>
          <p:nvPr>
            <p:custDataLst>
              <p:tags r:id="rId1"/>
            </p:custDataLst>
            <p:extLst>
              <p:ext uri="{D42A27DB-BD31-4B8C-83A1-F6EECF244321}">
                <p14:modId xmlns:p14="http://schemas.microsoft.com/office/powerpoint/2010/main" val="2125331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63" progId="TCLayout.ActiveDocument.1">
                  <p:embed/>
                </p:oleObj>
              </mc:Choice>
              <mc:Fallback>
                <p:oleObj name="think-cell Slide" r:id="rId3" imgW="353" imgH="36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4258604756"/>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MASTERWIZARD_MARGINS" val="0"/>
  <p:tag name="EE4P_AGENDAWIZARD" val="&lt;ee4p&gt;&lt;layouts&gt;&lt;layout name=&quot;Section Header&quot; id=&quot;227_1-1&quot;&gt;&lt;standard&gt;&lt;textframe horizontalAnchor=&quot;1&quot; marginBottom=&quot;0&quot; marginLeft=&quot;0&quot; marginRight=&quot;0&quot; marginTop=&quot;0&quot; orientation=&quot;1&quot; verticalAnchor=&quot;1&quot; /&gt;&lt;font name=&quot;Sakkal Majalla&quot; bold=&quot;0&quot; italic=&quot;0&quot; color=&quot;#ffffff&quot; /&gt;&lt;paragraphformat firstLineIndent=&quot;0&quot; leftIndent=&quot;0&quot; rightIndent=&quot;0&quot; lineRuleBefore=&quot;&quot; lineRuleWithin=&quot;&quot; lineRuleAfter=&quot;&quot; spaceBefore=&quot;&quot; spaceWithin=&quot;&quot; spaceAfter=&quot;&quot; /&gt;&lt;fill visible=&quot;0&quot; /&gt;&lt;line visible=&quot;0&quot; /&gt;&lt;bulletformat visible=&quot;0&quot; /&gt;&lt;/standard&gt;&lt;agenda name=&quot;&quot; title=&quot;&quot; subtitle=&quot;&quot; sizingModeId=&quot;1&quot; fontSize=&quot;24&quot; fontSizeAuto=&quot;1&quot; startTime=&quot;540&quot; timeFormatId=&quot;1&quot; startItemNo=&quot;1&quot; createSingleAgendaSlide=&quot;1&quot; createSeparatingSlides=&quot;1&quot; createBackupSlide=&quot;1&quot; /&gt;&lt;columns&gt;&lt;column field=&quot;itemno&quot; label=&quot;No.&quot; checked=&quot;0&quot; leftSpacing=&quot;0&quot; rightSpacing=&quot;0&quot; dock=&quot;1&quot; fixedWidth=&quot;51.87527&quot; /&gt;&lt;column field=&quot;topic&quot; label=&quot;Topic&quot; leftSpacing=&quot;0&quot; rightDistribute=&quot;1&quot; dock=&quot;1&quot; /&gt;&lt;column field=&quot;responsible&quot; label=&quot;Responsible&quot; visible=&quot;0&quot; checked=&quot;0&quot; leftSpacing=&quot;10&quot; rightDistribute=&quot;1&quot; dock=&quot;1&quot; /&gt;&lt;column field=&quot;freecolumn&quot; label=&quot;&quot; visible=&quot;0&quot; checked=&quot;0&quot; leftSpacing=&quot;10&quot; rightDistribute=&quot;1&quot; dock=&quot;1&quot; /&gt;&lt;column field=&quot;timeslot&quot; label=&quot;Time Slot&quot; visible=&quot;1&quot; checked=&quot;0&quot; leftSpacing=&quot;34&quot; rightSpacing=&quot;0&quot; dock=&quot;2&quot; /&gt;&lt;column field=&quot;pageno&quot; label=&quot;Page No.&quot; visible=&quot;0&quot; checked=&quot;0&quot; leftSpacing=&quot;34&quot; rightSpacing=&quot;0&quot; dock=&quot;2&quot; /&gt;&lt;/columns&gt;&lt;position left=&quot;395.4111&quot; top=&quot;116.9109&quot; width=&quot;515.0769&quot; height=&quot;345.2203&quot; /&gt;&lt;!--&#10;      &lt;subtitle&gt;&#10;      &#10;        &lt;position left=&quot;197.597&quot; top=&quot;369.3848&quot; width=&quot;123.634&quot; height=&quot;115.6044&quot; autoshape=&quot;1&quot; rotation=&quot;0&quot; /&gt;&#10;        &lt;line visible=&quot;1&quot; weight=&quot;0.75&quot; style=&quot;1&quot; dashStyle=&quot;1&quot; foreColor=&quot;14&quot; /&gt;&#10;        &lt;fill visible=&quot;0&quot; /&gt;&#10;        &lt;textframe horizontalAnchor=&quot;1&quot; verticalAnchor=&quot;1&quot; orientation=&quot;1&quot; wordWrap=&quot;1&quot; autoSize=&quot;0&quot; marginLeft=&quot;8.503937&quot; marginRight=&quot;0&quot; marginTop=&quot;14.17323&quot; marginBottom=&quot;0&quot; /&gt;&#10;        &lt;paragraphformat alignment=&quot;1&quot; lineRuleBefore=&quot;0&quot; lineRuleWithin=&quot;1&quot; lineRuleAfter=&quot;0&quot; spaceBefore=&quot;0&quot; spaceWithin=&quot;0.95&quot; spaceAfter=&quot;0&quot; /&gt;&#10;        &lt;font name=&quot;Trebuchet MS&quot; size=&quot;10&quot; bold=&quot;0&quot; italic=&quot;0&quot; underlineStyle=&quot;0&quot; color=&quot;#ffffff&quot; spacing=&quot;0&quot; kerning=&quot;12&quot; /&gt;&#10;      &#10;      &lt;/subtitle&gt;&#10;      --&gt;&lt;settings allowedSizingModeIds=&quot;1|2&quot; allowedFontSizes=&quot;8|9|10.5|11|12|14|16|18|20|22|24&quot; allowedTimeFormatIds=&quot;1|2|3&quot; slideLayout=&quot;11&quot; customLayoutName=&quot;Blank green|Presentation¦Blank green&quot; customLayoutIndex=&quot;&quot; showBreak=&quot;0&quot; singleAgendaSlideSelected=&quot;0&quot; backupSlideTitle=&quot;Unused Slides&quot; topMargin=&quot;0&quot; leftMargin=&quot;0&quot; allowedLevels=&quot;2&quot; itemNoFormats=&quot;{1}¦{1}.{2}¦{3:alphaLC}¦{3:alphaLC}.{4:alphaLC}&quot; customLayoutNameBackup=&quot;Special gray|Presentation¦Special gray&quot; titlePrompt=&quot;Insert Title&quot; namePrompt=&quot;Insert Date&quot; /&gt;&lt;cases&gt;&lt;case level=&quot;1&quot; single=&quot;1&quot; break=&quot;0&quot; topMinSpacing=&quot;5&quot; topMaxSpacing=&quot;15&quot; bottomMinSpacing=&quot;0&quot; bottomMaxSpacing=&quot;0&quot;&gt;&lt;element field=&quot;topic&quot; type=&quot;autoshape&quot; autoShapeType=&quot;1&quot;&gt;&lt;paragraphformat alignment=&quot;1&quot; lineRuleBefore=&quot;0&quot; lineRuleWithin=&quot;1&quot; lineRuleAfter=&quot;0&quot; spaceBefore=&quot;6&quot; spaceWithin=&quot;1.1&quot; spaceAfter=&quot;3&quot; /&gt;&lt;textframe marginLeft=&quot;0&quot; /&gt;&lt;/element&gt;&lt;element field=&quot;responsible&quot; type=&quot;autoshape&quot; autoShapeType=&quot;1&quot;&gt;&lt;paragraphformat alignment=&quot;1&quot; lineRuleBefore=&quot;0&quot; lineRuleWithin=&quot;1&quot; lineRuleAfter=&quot;0&quot; spaceBefore=&quot;6&quot; spaceWithin=&quot;1.1&quot; spaceAfter=&quot;3&quot; /&gt;&lt;/element&gt;&lt;element field=&quot;freecolumn&quot; type=&quot;autoshape&quot; autoShapeType=&quot;1&quot;&gt;&lt;paragraphformat alignment=&quot;1&quot; lineRuleBefore=&quot;0&quot; lineRuleWithin=&quot;1&quot; lineRuleAfter=&quot;0&quot; spaceBefore=&quot;6&quot; spaceWithin=&quot;1.1&quot; spaceAfter=&quot;3&quot; /&gt;&lt;/element&gt;&lt;element field=&quot;timeslot&quot; type=&quot;autoshape&quot; autoShapeType=&quot;1&quot;&gt;&lt;paragraphformat alignment=&quot;1&quot; lineRuleBefore=&quot;0&quot; lineRuleWithin=&quot;1&quot; lineRuleAfter=&quot;0&quot; spaceBefore=&quot;6&quot; spaceWithin=&quot;1.1&quot; spaceAfter=&quot;3&quot; /&gt;&lt;/element&gt;&lt;element field=&quot;pageno&quot; type=&quot;autoshape&quot; autoShapeType=&quot;1&quot;&gt;&lt;paragraphformat alignment=&quot;3&quot; /&gt;&lt;/element&gt;&lt;/case&gt;&lt;case level=&quot;2&quot; single=&quot;1&quot; break=&quot;0&quot; topMinSpacing=&quot;4&quot; topMaxSpacing=&quot;4&quot; bottomMinSpacing=&quot;0&quot; bottomMaxSpacing=&quot;0&quot;&gt;&lt;element field=&quot;topic&quot; type=&quot;autoshape&quot; autoShapeType=&quot;1&quot;&gt;&lt;paragraphformat alignment=&quot;1&quot; lineRuleBefore=&quot;0&quot; lineRuleWithin=&quot;1&quot; lineRuleAfter=&quot;0&quot; spaceBefore=&quot;6&quot; spaceWithin=&quot;1.1&quot; spaceAfter=&quot;3&quot; /&gt;&lt;textframe marginLeft=&quot;0&quot; /&gt;&lt;font relativeSize=&quot;0.75&quot; /&gt;&lt;/element&gt;&lt;element field=&quot;responsible&quot; type=&quot;autoshape&quot; autoShapeType=&quot;1&quot;&gt;&lt;paragraphformat alignment=&quot;1&quot; lineRuleBefore=&quot;0&quot; lineRuleWithin=&quot;1&quot; lineRuleAfter=&quot;0&quot; spaceBefore=&quot;6&quot; spaceWithin=&quot;1.1&quot; spaceAfter=&quot;3&quot; /&gt;&lt;font relativeSize=&quot;0.75&quot; /&gt;&lt;/element&gt;&lt;element field=&quot;freecolumn&quot; type=&quot;autoshape&quot; autoShapeType=&quot;1&quot;&gt;&lt;paragraphformat alignment=&quot;1&quot; lineRuleBefore=&quot;0&quot; lineRuleWithin=&quot;1&quot; lineRuleAfter=&quot;0&quot; spaceBefore=&quot;6&quot; spaceWithin=&quot;1.1&quot; spaceAfter=&quot;3&quot; /&gt;&lt;font relativeSize=&quot;0.75&quot; /&gt;&lt;/element&gt;&lt;element field=&quot;timeslot&quot; type=&quot;autoshape&quot; autoShapeType=&quot;1&quot;&gt;&lt;paragraphformat alignment=&quot;1&quot; lineRuleBefore=&quot;0&quot; lineRuleWithin=&quot;1&quot; lineRuleAfter=&quot;0&quot; spaceBefore=&quot;6&quot; spaceWithin=&quot;1.1&quot; spaceAfter=&quot;3&quot; /&gt;&lt;font relativeSize=&quot;0.75&quot; /&gt;&lt;/element&gt;&lt;element field=&quot;pageno&quot; type=&quot;autoshape&quot; autoShapeType=&quot;1&quot;&gt;&lt;paragraphformat alignment=&quot;3&quot; /&gt;&lt;font relativeSize=&quot;0.75&quot; /&gt;&lt;/element&gt;&lt;/case&gt;&lt;/cases&gt;&lt;elements&gt;&lt;element type=&quot;autoshape&quot; autoShapeType=&quot;1&quot; value=&quot;%agendaTitle%&quot; slideType=&quot;1&quot;&gt;&lt;position left=&quot;-345.68251&quot; top=&quot;-45.376146&quot; width=&quot;271.5024&quot; height=&quot;274.7323&quot; autoshape=&quot;1&quot; rotation=&quot;0&quot; /&gt;&lt;line visible=&quot;1&quot; weight=&quot;0.75&quot; style=&quot;1&quot; dashStyle=&quot;1&quot; foreColor=&quot;#ffffff&quot; /&gt;&lt;fill visible=&quot;0&quot; /&gt;&lt;textframe horizontalAnchor=&quot;1&quot; verticalAnchor=&quot;1&quot; orientation=&quot;1&quot; wordWrap=&quot;1&quot; autoSize=&quot;0&quot; marginLeft=&quot;0&quot; marginRight=&quot;0&quot; marginTop=&quot;19.84252&quot; marginBottom=&quot;0&quot; /&gt;&lt;paragraphformat alignment=&quot;2&quot; lineRuleBefore=&quot;0&quot; lineRuleWithin=&quot;1&quot; lineRuleAfter=&quot;0&quot; spaceBefore=&quot;0&quot; spaceWithin=&quot;0.95&quot; spaceAfter=&quot;0&quot; /&gt;&lt;font name=&quot;Sakkal Majalla&quot; size=&quot;54&quot; bold=&quot;0&quot; italic=&quot;0&quot; underlineStyle=&quot;0&quot; color=&quot;#ffffff&quot; spacing=&quot;0&quot; kerning=&quot;12&quot; /&gt;&lt;/element&gt;&lt;element type=&quot;autoshape&quot; autoShapeType=&quot;1&quot; value=&quot;%agendaName%&quot; slideType=&quot;1&quot;&gt;&lt;position left=&quot;-197.81411&quot; top=&quot;252.473934&quot; width=&quot;123.634&quot; height=&quot;115.6044&quot; autoshape=&quot;1&quot; rotation=&quot;0&quot; /&gt;&lt;line visible=&quot;1&quot; weight=&quot;0.75&quot; style=&quot;1&quot; dashStyle=&quot;1&quot; foreColor=&quot;#ffffff&quot; /&gt;&lt;fill visible=&quot;0&quot; /&gt;&lt;textframe horizontalAnchor=&quot;1&quot; verticalAnchor=&quot;1&quot; orientation=&quot;1&quot; wordWrap=&quot;1&quot; autoSize=&quot;0&quot; marginLeft=&quot;8.503937&quot; marginRight=&quot;0&quot; marginTop=&quot;14.17323&quot; marginBottom=&quot;0&quot; /&gt;&lt;paragraphformat alignment=&quot;1&quot; lineRuleBefore=&quot;0&quot; lineRuleWithin=&quot;1&quot; lineRuleAfter=&quot;0&quot; spaceBefore=&quot;0&quot; spaceWithin=&quot;0.95&quot; spaceAfter=&quot;0&quot; /&gt;&lt;font name=&quot;Sakkal Majalla&quot; size=&quot;10&quot; bold=&quot;0&quot; italic=&quot;0&quot; underlineStyle=&quot;0&quot; color=&quot;#ffffff&quot; spacing=&quot;0&quot; kerning=&quot;12&quot; /&gt;&lt;/element&gt;&lt;element type=&quot;autoshape&quot; autoShapeType=&quot;1&quot; value=&quot;&quot; slideType=&quot;1&quot;&gt;&lt;position left=&quot;-286.10831&quot; top=&quot;252.473934&quot; width=&quot;73.17614&quot; height=&quot;78.41528&quot; autoshape=&quot;1&quot; rotation=&quot;0&quot; /&gt;&lt;line visible=&quot;1&quot; weight=&quot;0.75&quot; style=&quot;1&quot; dashStyle=&quot;1&quot; foreColor=&quot;#ffffff&quot; /&gt;&lt;fill visible=&quot;0&quot; /&gt;&lt;/element&gt;&lt;element type=&quot;autoshape&quot; autoShapeType=&quot;1&quot; value=&quot;&quot; slideType=&quot;2&quot;&gt;&lt;position left=&quot;-294.2502816&quot; top=&quot;-4.4596064&quot; width=&quot;74.61984&quot; height=&quot;74.61984&quot; autoshape=&quot;1&quot; rotation=&quot;0&quot; /&gt;&lt;line visible=&quot;1&quot; weight=&quot;0.75&quot; style=&quot;1&quot; dashStyle=&quot;1&quot; foreColor=&quot;#ffffff&quot; /&gt;&lt;fill visible=&quot;0&quot; /&gt;&lt;/element&gt;&lt;element type=&quot;autoshape&quot; autoShapeType=&quot;1&quot; value=&quot;%topic%&quot; slideType=&quot;2&quot;&gt;&lt;position left=&quot;-294.2502816&quot; top=&quot;93.1711075&quot; width=&quot;758.6493&quot; height=&quot;252.2583&quot; autoshape=&quot;1&quot; rotation=&quot;0&quot; /&gt;&lt;line visible=&quot;1&quot; weight=&quot;0.75&quot; style=&quot;1&quot; dashStyle=&quot;1&quot; foreColor=&quot;#ffffff&quot; /&gt;&lt;fill visible=&quot;0&quot; /&gt;&lt;textframe horizontalAnchor=&quot;1&quot; verticalAnchor=&quot;4&quot; orientation=&quot;1&quot; wordWrap=&quot;1&quot; autoSize=&quot;0&quot; marginLeft=&quot;21.6&quot; marginRight=&quot;21.6&quot; marginTop=&quot;21.6&quot; marginBottom=&quot;10.8&quot; /&gt;&lt;paragraphformat alignment=&quot;1&quot; lineRuleBefore=&quot;0&quot; lineRuleWithin=&quot;0&quot; lineRuleAfter=&quot;0&quot; spaceBefore=&quot;0&quot; spaceWithin=&quot;60&quot; spaceAfter=&quot;0&quot; /&gt;&lt;font name=&quot;Sakkal Majalla&quot; size=&quot;54&quot; bold=&quot;0&quot; italic=&quot;0&quot; underlineStyle=&quot;0&quot; color=&quot;#ffffff&quot; spacing=&quot;0&quot; kerning=&quot;12&quot; /&gt;&lt;/element&gt;&lt;/elements&gt;&lt;/layout&gt;&lt;/layouts&gt;&lt;contents&gt;&lt;agenda name=&quot;&quot; title=&quot;&quot; subtitle=&quot;&quot; sizingModeId=&quot;1&quot; fontSize=&quot;24&quot; fontSizeAuto=&quot;1&quot; startTime=&quot;540&quot; timeFormatId=&quot;1&quot; startItemNo=&quot;1&quot; createSingleAgendaSlide=&quot;1&quot; createSeparatingSlides=&quot;1&quot; createBackupSlide=&quot;1&quot; layoutId=&quot;227_1-1&quot; hideSeparatingSlides=&quot;0&quot; createSections=&quot;0&quot;&gt;&lt;columns&gt;&lt;column field=&quot;itemno&quot; label=&quot;No.&quot; checked=&quot;0&quot; leftSpacing=&quot;0&quot; rightSpacing=&quot;0&quot; dock=&quot;1&quot; fixedWidth=&quot;51.87527&quot; /&gt;&lt;column field=&quot;topic&quot; label=&quot;Topic&quot; leftSpacing=&quot;0&quot; rightDistribute=&quot;1&quot; dock=&quot;1&quot; /&gt;&lt;column field=&quot;responsible&quot; label=&quot;Responsible&quot; visible=&quot;0&quot; checked=&quot;0&quot; leftSpacing=&quot;10&quot; rightDistribute=&quot;1&quot; dock=&quot;1&quot; /&gt;&lt;column field=&quot;freecolumn&quot; label=&quot;&quot; visible=&quot;0&quot; checked=&quot;0&quot; leftSpacing=&quot;10&quot; rightDistribute=&quot;1&quot; dock=&quot;1&quot; /&gt;&lt;column field=&quot;timeslot&quot; label=&quot;Time Slot&quot; visible=&quot;1&quot; checked=&quot;0&quot; leftSpacing=&quot;34&quot; rightSpacing=&quot;0&quot; dock=&quot;2&quot; /&gt;&lt;column field=&quot;pageno&quot; label=&quot;Page No.&quot; visible=&quot;0&quot; checked=&quot;0&quot; leftSpacing=&quot;34&quot; rightSpacing=&quot;0&quot; dock=&quot;2&quot; /&gt;&lt;/columns&gt;&lt;items /&gt;&lt;/agenda&gt;&lt;/contents&gt;&lt;/ee4p&gt;"/>
  <p:tag name="EE4P_LANGUAGE_ID" val="14337"/>
  <p:tag name="EE4P_STYLE_ID" val="rv8b6BG5"/>
  <p:tag name="EE4P_STYLE_NAME" val="MoMH Arabic Grid 16:9"/>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KcyTm.rX8q_lyXp03Kcp9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xlV_RdVbAzsiaqsyWhyT1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UebBfst2k6eahEImu9KD6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_mvSZJ7S6gRQJeWg0Ujs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3Ij_T3V670tsqHsudjCc2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vDqWDDSa1GLFG3mVenIKC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AUBYXb5OB4wzLjiRoiheB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wRucqky490Rx0NJhmV2dS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Trs8YYQQUhG17N79tyhqr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UXqZ5uOo5Vun8Y_S1Ui32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Pkfm6zRsC25SyJe868d.s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Ba03SF0sJav1qs09nbTIr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OtT.6LR438WWl65dOGHd_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XwYRa2flvCSZPU249Kb7R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dN_Fzy8N_MgftiAccEQ5rA"/>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K4hZJe0C8ErgjH1hiLrwgw"/>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enS_uv9Ve6f9o5MxMzHHs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3Q37GKY.gueH8DvFM1mzM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2fQLysaIYqK6varh5yssv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yVNrTWfD_ZbL3mMLChwvbg"/>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3wPhwqo3DV.WFzpro9ijlA"/>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JHSUXSdQIGtbR_TCJJcqxw"/>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JU6vo4BXDrfeb08pwzBwJg"/>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mbFx7DZNUW2040kB7t8amA"/>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dPVyJAm4qMbzf.ZYyU98Hg"/>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8aFC_LPg3a_QEMyoAExEdw"/>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iKzd.YUGuGMuQwXLyLPfKw"/>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5H2tEkSy1d.U8OzDqhKn.Q"/>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F5ehI9PMNXCeq3KiarXz9w"/>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Tt1GRprfVE1ghu6QfZJsaw"/>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wc8VgtH4ziQGKIErfQPD4w"/>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os2rO3vx98xO2lkv_L8hDw"/>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T0EDYXF37CaSgrqc38AChw"/>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_QuLSGnBC1GkMaLxQmI3OQ"/>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UGGgQKCl4WQFAmfhg9xV6g"/>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FMCiKOjw3IJPVSNqHUIGGA"/>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p2Y2yOJ8DgVvbe5eoJQzw"/>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Zwyrd5ATwm8Efn41Q3R0MQ"/>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wWtViBQYkUm7e3j0EAPvrw"/>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JmU9OLz_ENCxNK5nLZTcfw"/>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3ZN.U0bxEGLa8Q3BnhsNpg"/>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KM1oct3g8hGQtrO8FAPOIg"/>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PiuUQ22Gck7KYQDfGVlqmg"/>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z8lhJxDMcSbkB3uyWLoouw"/>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xoO4Ax.IrECWrgvLd9HaYQ"/>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ZJm8QtAfVzjEDvFG6aWNKg"/>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MoMH Arabic Grid 16:9 - 22551">
  <a:themeElements>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fontScheme name="popp">
      <a:majorFont>
        <a:latin typeface="Sakkal Majalla"/>
        <a:ea typeface=""/>
        <a:cs typeface="Sakkal Majalla"/>
      </a:majorFont>
      <a:minorFont>
        <a:latin typeface="Sakkal Majalla"/>
        <a:ea typeface=""/>
        <a:cs typeface="Sakkal Majalla"/>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6C67"/>
        </a:solidFill>
        <a:ln w="9525" cap="rnd" cmpd="sng" algn="ctr">
          <a:solidFill>
            <a:srgbClr val="006C67"/>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rtl="1">
          <a:defRPr sz="14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rgbClr val="9A9A9A"/>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flat" cmpd="sng" algn="ctr">
          <a:noFill/>
          <a:prstDash val="solid"/>
        </a:ln>
        <a:effectLst/>
        <a:extLst>
          <a:ext uri="{91240B29-F687-4F45-9708-019B960494DF}">
            <a14:hiddenLine xmlns:a14="http://schemas.microsoft.com/office/drawing/2010/main" w="9525" cap="flat" cmpd="sng" algn="ctr">
              <a:solidFill>
                <a:srgbClr val="002621"/>
              </a:solidFill>
              <a:prstDash val="solid"/>
            </a14:hiddenLine>
          </a:ext>
        </a:extLst>
      </a:spPr>
      <a:bodyPr wrap="none" lIns="0" tIns="0" rIns="0" bIns="0" rtlCol="1" anchor="ctr" anchorCtr="0">
        <a:noAutofit/>
      </a:bodyPr>
      <a:lstStyle>
        <a:defPPr algn="ctr" rtl="1">
          <a:buClr>
            <a:srgbClr val="006C67"/>
          </a:buClr>
          <a:defRPr sz="1400" dirty="0"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2.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3.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4.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5.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6.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7.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8.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9.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10.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11.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12.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13.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14.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15.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16.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17.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18.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19.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20.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21.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22.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23.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24.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25.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26.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27.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28.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29.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30.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ppt/theme/themeOverride31.xml><?xml version="1.0" encoding="utf-8"?>
<a:themeOverride xmlns:a="http://schemas.openxmlformats.org/drawingml/2006/main">
  <a:clrScheme name="Custom 1">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themeOverride>
</file>

<file path=docProps/app.xml><?xml version="1.0" encoding="utf-8"?>
<Properties xmlns="http://schemas.openxmlformats.org/officeDocument/2006/extended-properties" xmlns:vt="http://schemas.openxmlformats.org/officeDocument/2006/docPropsVTypes">
  <Template/>
  <TotalTime>212</TotalTime>
  <Words>4</Words>
  <Application>Microsoft Office PowerPoint</Application>
  <PresentationFormat>Widescreen</PresentationFormat>
  <Paragraphs>4</Paragraphs>
  <Slides>5</Slides>
  <Notes>4</Notes>
  <HiddenSlides>0</HiddenSlides>
  <MMClips>0</MMClips>
  <ScaleCrop>false</ScaleCrop>
  <HeadingPairs>
    <vt:vector size="10"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5</vt:i4>
      </vt:variant>
      <vt:variant>
        <vt:lpstr>Custom Shows</vt:lpstr>
      </vt:variant>
      <vt:variant>
        <vt:i4>1</vt:i4>
      </vt:variant>
    </vt:vector>
  </HeadingPairs>
  <TitlesOfParts>
    <vt:vector size="11" baseType="lpstr">
      <vt:lpstr>Arial</vt:lpstr>
      <vt:lpstr>Sakkal Majalla</vt:lpstr>
      <vt:lpstr>Trebuchet MS</vt:lpstr>
      <vt:lpstr>MoMH Arabic Grid 16:9 - 22551</vt:lpstr>
      <vt:lpstr>think-cell Slide</vt:lpstr>
      <vt:lpstr>PowerPoint Presentation</vt:lpstr>
      <vt:lpstr>PowerPoint Presentation</vt:lpstr>
      <vt:lpstr>PowerPoint Presentation</vt:lpstr>
      <vt:lpstr>PowerPoint Presentation</vt:lpstr>
      <vt:lpstr>PowerPoint Presentation</vt:lpstr>
      <vt:lpstr>Format Guide Workshop</vt:lpstr>
    </vt:vector>
  </TitlesOfParts>
  <Company>The Boston Consulting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The Boston Consulting Group</dc:creator>
  <cp:lastModifiedBy>VND Badr, Kevin</cp:lastModifiedBy>
  <cp:revision>501</cp:revision>
  <cp:lastPrinted>1999-12-31T22:00:00Z</cp:lastPrinted>
  <dcterms:created xsi:type="dcterms:W3CDTF">2026-10-28T15:12:10Z</dcterms:created>
  <dcterms:modified xsi:type="dcterms:W3CDTF">2026-10-28T15:12:49Z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1722427</vt:lpwstr>
  </property>
  <property fmtid="{D5CDD505-2E9C-101B-9397-08002B2CF9AE}" pid="4" name="NXPowerLiteSettings">
    <vt:lpwstr>89000AA0054001</vt:lpwstr>
  </property>
  <property fmtid="{D5CDD505-2E9C-101B-9397-08002B2CF9AE}" pid="5" name="NXPowerLiteVersion">
    <vt:lpwstr>D8.0.4</vt:lpwstr>
  </property>
  <property fmtid="{D5CDD505-2E9C-101B-9397-08002B2CF9AE}" pid="6" name="Template Name">
    <vt:lpwstr>16x9</vt:lpwstr>
  </property>
</Properties>
</file>