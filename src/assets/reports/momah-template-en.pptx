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34.xml" ContentType="application/vnd.openxmlformats-officedocument.presentationml.tags+xml"/>
  <Override PartName="/ppt/notesSlides/notesSlide1.xml" ContentType="application/vnd.openxmlformats-officedocument.presentationml.notesSlide+xml"/>
  <Override PartName="/ppt/tags/tag35.xml" ContentType="application/vnd.openxmlformats-officedocument.presentationml.tags+xml"/>
  <Override PartName="/ppt/notesSlides/notesSlide2.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3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5117" r:id="rId1"/>
  </p:sldMasterIdLst>
  <p:notesMasterIdLst>
    <p:notesMasterId r:id="rId7"/>
  </p:notesMasterIdLst>
  <p:handoutMasterIdLst>
    <p:handoutMasterId r:id="rId8"/>
  </p:handoutMasterIdLst>
  <p:sldIdLst>
    <p:sldId id="276" r:id="rId2"/>
    <p:sldId id="277" r:id="rId3"/>
    <p:sldId id="278" r:id="rId4"/>
    <p:sldId id="279" r:id="rId5"/>
    <p:sldId id="280" r:id="rId6"/>
  </p:sldIdLst>
  <p:sldSz cx="12192000" cy="6858000"/>
  <p:notesSz cx="6950075" cy="9236075"/>
  <p:custShowLst>
    <p:custShow name="Format Guide Workshop" id="0">
      <p:sldLst/>
    </p:custShow>
  </p:custShowLst>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323" autoAdjust="0"/>
  </p:normalViewPr>
  <p:slideViewPr>
    <p:cSldViewPr snapToGrid="0">
      <p:cViewPr>
        <p:scale>
          <a:sx n="68" d="100"/>
          <a:sy n="68" d="100"/>
        </p:scale>
        <p:origin x="72" y="188"/>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p:scale>
          <a:sx n="75" d="100"/>
          <a:sy n="75" d="100"/>
        </p:scale>
        <p:origin x="2574" y="444"/>
      </p:cViewPr>
      <p:guideLst/>
    </p:cSldViewPr>
  </p:notesViewPr>
  <p:gridSpacing cx="39601" cy="39601"/>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3"/>
            <a:ext cx="3011699" cy="463408"/>
          </a:xfrm>
          <a:prstGeom prst="rect">
            <a:avLst/>
          </a:prstGeom>
        </p:spPr>
        <p:txBody>
          <a:bodyPr vert="horz" lIns="92492" tIns="46246" rIns="92492" bIns="46246" rtlCol="0"/>
          <a:lstStyle>
            <a:lvl1pPr algn="l">
              <a:defRPr sz="1200"/>
            </a:lvl1pPr>
          </a:lstStyle>
          <a:p>
            <a:endParaRPr lang="en-US" sz="800" dirty="0"/>
          </a:p>
        </p:txBody>
      </p:sp>
      <p:sp>
        <p:nvSpPr>
          <p:cNvPr id="3" name="Date Placeholder 2"/>
          <p:cNvSpPr>
            <a:spLocks noGrp="1"/>
          </p:cNvSpPr>
          <p:nvPr>
            <p:ph type="dt" sz="quarter" idx="1"/>
          </p:nvPr>
        </p:nvSpPr>
        <p:spPr>
          <a:xfrm>
            <a:off x="3936770" y="3"/>
            <a:ext cx="3011699" cy="463408"/>
          </a:xfrm>
          <a:prstGeom prst="rect">
            <a:avLst/>
          </a:prstGeom>
        </p:spPr>
        <p:txBody>
          <a:bodyPr vert="horz" lIns="92492" tIns="46246" rIns="92492" bIns="46246" rtlCol="0"/>
          <a:lstStyle>
            <a:lvl1pPr algn="r">
              <a:defRPr sz="1200"/>
            </a:lvl1pPr>
          </a:lstStyle>
          <a:p>
            <a:fld id="{57691E93-EF64-46CC-85E2-BBB5BEDB9501}" type="datetimeFigureOut">
              <a:rPr lang="en-US" sz="800"/>
              <a:t>10/28/2026</a:t>
            </a:fld>
            <a:endParaRPr lang="en-US" sz="800" dirty="0"/>
          </a:p>
        </p:txBody>
      </p:sp>
      <p:sp>
        <p:nvSpPr>
          <p:cNvPr id="4" name="Footer Placeholder 3"/>
          <p:cNvSpPr>
            <a:spLocks noGrp="1"/>
          </p:cNvSpPr>
          <p:nvPr>
            <p:ph type="ftr" sz="quarter" idx="2"/>
          </p:nvPr>
        </p:nvSpPr>
        <p:spPr>
          <a:xfrm>
            <a:off x="2" y="8772671"/>
            <a:ext cx="3011699" cy="463407"/>
          </a:xfrm>
          <a:prstGeom prst="rect">
            <a:avLst/>
          </a:prstGeom>
        </p:spPr>
        <p:txBody>
          <a:bodyPr vert="horz" lIns="92492" tIns="46246" rIns="92492" bIns="46246" rtlCol="0" anchor="b"/>
          <a:lstStyle>
            <a:lvl1pPr algn="l">
              <a:defRPr sz="1200"/>
            </a:lvl1pPr>
          </a:lstStyle>
          <a:p>
            <a:endParaRPr lang="en-US" sz="800" dirty="0"/>
          </a:p>
        </p:txBody>
      </p:sp>
      <p:sp>
        <p:nvSpPr>
          <p:cNvPr id="5" name="Slide Number Placeholder 4"/>
          <p:cNvSpPr>
            <a:spLocks noGrp="1"/>
          </p:cNvSpPr>
          <p:nvPr>
            <p:ph type="sldNum" sz="quarter" idx="3"/>
          </p:nvPr>
        </p:nvSpPr>
        <p:spPr>
          <a:xfrm>
            <a:off x="3936770" y="8772671"/>
            <a:ext cx="3011699" cy="463407"/>
          </a:xfrm>
          <a:prstGeom prst="rect">
            <a:avLst/>
          </a:prstGeom>
        </p:spPr>
        <p:txBody>
          <a:bodyPr vert="horz" lIns="92492" tIns="46246" rIns="92492" bIns="46246" rtlCol="0" anchor="b"/>
          <a:lstStyle>
            <a:lvl1pPr algn="r">
              <a:defRPr sz="1200"/>
            </a:lvl1pPr>
          </a:lstStyle>
          <a:p>
            <a:fld id="{3DCECA85-2A7A-423F-89EA-6868CB52DF19}" type="slidenum">
              <a:rPr lang="en-US" sz="800"/>
              <a:t>‹#›</a:t>
            </a:fld>
            <a:endParaRPr lang="en-US" sz="800" dirty="0"/>
          </a:p>
        </p:txBody>
      </p:sp>
    </p:spTree>
    <p:extLst>
      <p:ext uri="{BB962C8B-B14F-4D97-AF65-F5344CB8AC3E}">
        <p14:creationId xmlns:p14="http://schemas.microsoft.com/office/powerpoint/2010/main" val="17093775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5" name="Rectangle 54"/>
          <p:cNvSpPr/>
          <p:nvPr/>
        </p:nvSpPr>
        <p:spPr>
          <a:xfrm>
            <a:off x="0" y="4410720"/>
            <a:ext cx="6948467" cy="482535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2492" tIns="46246" rIns="92492" bIns="46246" rtlCol="0" anchor="ctr"/>
          <a:lstStyle/>
          <a:p>
            <a:pPr algn="ctr"/>
            <a:endParaRPr lang="en-US" dirty="0"/>
          </a:p>
        </p:txBody>
      </p:sp>
      <p:sp>
        <p:nvSpPr>
          <p:cNvPr id="2" name="Header Placeholder 1"/>
          <p:cNvSpPr>
            <a:spLocks noGrp="1"/>
          </p:cNvSpPr>
          <p:nvPr>
            <p:ph type="hdr" sz="quarter"/>
          </p:nvPr>
        </p:nvSpPr>
        <p:spPr>
          <a:xfrm>
            <a:off x="82427" y="3"/>
            <a:ext cx="2929274" cy="463408"/>
          </a:xfrm>
          <a:prstGeom prst="rect">
            <a:avLst/>
          </a:prstGeom>
        </p:spPr>
        <p:txBody>
          <a:bodyPr vert="horz" lIns="92492" tIns="46246" rIns="92492" bIns="46246" rtlCol="0"/>
          <a:lstStyle>
            <a:lvl1pPr algn="l">
              <a:defRPr sz="1400"/>
            </a:lvl1pPr>
          </a:lstStyle>
          <a:p>
            <a:endParaRPr lang="en-US" dirty="0"/>
          </a:p>
        </p:txBody>
      </p:sp>
      <p:sp>
        <p:nvSpPr>
          <p:cNvPr id="4" name="Slide Image Placeholder 3"/>
          <p:cNvSpPr>
            <a:spLocks noGrp="1" noRot="1" noChangeAspect="1"/>
          </p:cNvSpPr>
          <p:nvPr>
            <p:ph type="sldImg" idx="2"/>
          </p:nvPr>
        </p:nvSpPr>
        <p:spPr>
          <a:xfrm>
            <a:off x="156103" y="575009"/>
            <a:ext cx="6620256" cy="3724113"/>
          </a:xfrm>
          <a:prstGeom prst="rect">
            <a:avLst/>
          </a:prstGeom>
          <a:noFill/>
          <a:ln w="9525">
            <a:solidFill>
              <a:schemeClr val="bg2"/>
            </a:solidFill>
          </a:ln>
        </p:spPr>
        <p:txBody>
          <a:bodyPr vert="horz" lIns="92492" tIns="46246" rIns="92492" bIns="46246" rtlCol="0" anchor="ctr"/>
          <a:lstStyle/>
          <a:p>
            <a:endParaRPr lang="en-US" dirty="0"/>
          </a:p>
        </p:txBody>
      </p:sp>
      <p:sp>
        <p:nvSpPr>
          <p:cNvPr id="6" name="Footer Placeholder 5"/>
          <p:cNvSpPr>
            <a:spLocks noGrp="1"/>
          </p:cNvSpPr>
          <p:nvPr>
            <p:ph type="ftr" sz="quarter" idx="4"/>
          </p:nvPr>
        </p:nvSpPr>
        <p:spPr>
          <a:xfrm>
            <a:off x="82427" y="8744096"/>
            <a:ext cx="2929274" cy="463407"/>
          </a:xfrm>
          <a:prstGeom prst="rect">
            <a:avLst/>
          </a:prstGeom>
        </p:spPr>
        <p:txBody>
          <a:bodyPr vert="horz" lIns="92492" tIns="46246" rIns="92492" bIns="46246" rtlCol="0" anchor="b"/>
          <a:lstStyle>
            <a:lvl1pPr algn="l">
              <a:defRPr sz="1400"/>
            </a:lvl1pPr>
          </a:lstStyle>
          <a:p>
            <a:endParaRPr lang="en-US" dirty="0"/>
          </a:p>
        </p:txBody>
      </p:sp>
      <p:sp>
        <p:nvSpPr>
          <p:cNvPr id="7" name="Slide Number Placeholder 6"/>
          <p:cNvSpPr>
            <a:spLocks noGrp="1"/>
          </p:cNvSpPr>
          <p:nvPr>
            <p:ph type="sldNum" sz="quarter" idx="5"/>
          </p:nvPr>
        </p:nvSpPr>
        <p:spPr>
          <a:xfrm>
            <a:off x="3936770" y="8744096"/>
            <a:ext cx="2919957" cy="463407"/>
          </a:xfrm>
          <a:prstGeom prst="rect">
            <a:avLst/>
          </a:prstGeom>
        </p:spPr>
        <p:txBody>
          <a:bodyPr vert="horz" lIns="92492" tIns="46246" rIns="92492" bIns="46246" rtlCol="0" anchor="b"/>
          <a:lstStyle>
            <a:lvl1pPr algn="r">
              <a:defRPr sz="1400"/>
            </a:lvl1pPr>
          </a:lstStyle>
          <a:p>
            <a:r>
              <a:rPr lang="en-US" dirty="0"/>
              <a:t>Notes view: </a:t>
            </a:r>
            <a:fld id="{128CEAFE-FA94-43E5-B0FF-D47E1CCDD1B4}" type="slidenum">
              <a:rPr lang="en-US" smtClean="0"/>
              <a:pPr/>
              <a:t>‹#›</a:t>
            </a:fld>
            <a:endParaRPr lang="en-US" dirty="0"/>
          </a:p>
        </p:txBody>
      </p:sp>
      <p:sp>
        <p:nvSpPr>
          <p:cNvPr id="5" name="Notes Placeholder 4"/>
          <p:cNvSpPr>
            <a:spLocks noGrp="1"/>
          </p:cNvSpPr>
          <p:nvPr>
            <p:ph type="body" sz="quarter" idx="3"/>
          </p:nvPr>
        </p:nvSpPr>
        <p:spPr>
          <a:xfrm>
            <a:off x="259519" y="4714653"/>
            <a:ext cx="6413424" cy="3768947"/>
          </a:xfrm>
          <a:prstGeom prst="rect">
            <a:avLst/>
          </a:prstGeom>
        </p:spPr>
        <p:txBody>
          <a:bodyPr vert="horz" lIns="92492" tIns="46246" rIns="92492" bIns="46246"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p:cNvSpPr>
            <a:spLocks noGrp="1"/>
          </p:cNvSpPr>
          <p:nvPr>
            <p:ph type="dt" idx="1"/>
          </p:nvPr>
        </p:nvSpPr>
        <p:spPr>
          <a:xfrm>
            <a:off x="3937000" y="0"/>
            <a:ext cx="3011488" cy="463550"/>
          </a:xfrm>
          <a:prstGeom prst="rect">
            <a:avLst/>
          </a:prstGeom>
        </p:spPr>
        <p:txBody>
          <a:bodyPr vert="horz" lIns="91440" tIns="45720" rIns="91440" bIns="45720" rtlCol="0"/>
          <a:lstStyle>
            <a:lvl1pPr algn="r">
              <a:defRPr sz="1200"/>
            </a:lvl1pPr>
          </a:lstStyle>
          <a:p>
            <a:fld id="{F2C7CF5F-7CF3-4DF3-838A-EE34544862CC}" type="datetimeFigureOut">
              <a:rPr lang="en-US" smtClean="0"/>
              <a:t>10/28/2026</a:t>
            </a:fld>
            <a:endParaRPr lang="en-US"/>
          </a:p>
        </p:txBody>
      </p:sp>
    </p:spTree>
    <p:extLst>
      <p:ext uri="{BB962C8B-B14F-4D97-AF65-F5344CB8AC3E}">
        <p14:creationId xmlns:p14="http://schemas.microsoft.com/office/powerpoint/2010/main" val="4173362221"/>
      </p:ext>
    </p:extLst>
  </p:cSld>
  <p:clrMap bg1="lt1" tx1="dk1" bg2="lt2" tx2="dk2" accent1="accent1" accent2="accent2" accent3="accent3" accent4="accent4" accent5="accent5" accent6="accent6" hlink="hlink" folHlink="folHlink"/>
  <p:notesStyle>
    <a:lvl1pPr marL="0" indent="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1pPr>
    <a:lvl2pPr marL="114300" indent="-11430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2pPr>
    <a:lvl3pPr marL="228600" indent="-114300" algn="l" defTabSz="914400" rtl="0" eaLnBrk="1" latinLnBrk="0" hangingPunct="1">
      <a:spcAft>
        <a:spcPts val="600"/>
      </a:spcAft>
      <a:buClr>
        <a:schemeClr val="tx2"/>
      </a:buClr>
      <a:buFont typeface="Arial" panose="020B0604020202020204" pitchFamily="34" charset="0"/>
      <a:buChar char="•"/>
      <a:defRPr sz="1200" kern="1200">
        <a:solidFill>
          <a:schemeClr val="tx1"/>
        </a:solidFill>
        <a:latin typeface="+mn-lt"/>
        <a:ea typeface="+mn-ea"/>
        <a:cs typeface="+mn-cs"/>
      </a:defRPr>
    </a:lvl3pPr>
    <a:lvl4pPr marL="514350" indent="-114300" algn="l" defTabSz="914400" rtl="0" eaLnBrk="1" latinLnBrk="0" hangingPunct="1">
      <a:spcAft>
        <a:spcPts val="600"/>
      </a:spcAft>
      <a:buFont typeface="Arial" panose="020B0604020202020204" pitchFamily="34" charset="0"/>
      <a:buChar char="•"/>
      <a:defRPr sz="1000" kern="1200">
        <a:solidFill>
          <a:schemeClr val="tx1"/>
        </a:solidFill>
        <a:latin typeface="+mn-lt"/>
        <a:ea typeface="+mn-ea"/>
        <a:cs typeface="+mn-cs"/>
      </a:defRPr>
    </a:lvl4pPr>
    <a:lvl5pPr marL="685800" indent="-114300" algn="l" defTabSz="914400" rtl="0" eaLnBrk="1" latinLnBrk="0" hangingPunct="1">
      <a:spcAft>
        <a:spcPts val="600"/>
      </a:spcAft>
      <a:buClr>
        <a:schemeClr val="tx2"/>
      </a:buClr>
      <a:buFont typeface="Arial" panose="020B0604020202020204" pitchFamily="34" charset="0"/>
      <a:buChar char="•"/>
      <a:defRPr sz="1000" i="1"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910" userDrawn="1">
          <p15:clr>
            <a:srgbClr val="F26B43"/>
          </p15:clr>
        </p15:guide>
        <p15:guide id="2" pos="2189"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5575" y="574675"/>
            <a:ext cx="6621463" cy="372427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DFED875-7CA7-4683-B586-34E1A4A09D12}" type="slidenum">
              <a:rPr lang="en-US" smtClean="0"/>
              <a:t>1</a:t>
            </a:fld>
            <a:endParaRPr lang="en-US" dirty="0"/>
          </a:p>
        </p:txBody>
      </p:sp>
    </p:spTree>
    <p:extLst>
      <p:ext uri="{BB962C8B-B14F-4D97-AF65-F5344CB8AC3E}">
        <p14:creationId xmlns:p14="http://schemas.microsoft.com/office/powerpoint/2010/main" val="7184946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5575" y="574675"/>
            <a:ext cx="6621463" cy="372427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DFED875-7CA7-4683-B586-34E1A4A09D12}" type="slidenum">
              <a:rPr lang="en-US" smtClean="0"/>
              <a:t>2</a:t>
            </a:fld>
            <a:endParaRPr lang="en-US" dirty="0"/>
          </a:p>
        </p:txBody>
      </p:sp>
    </p:spTree>
    <p:extLst>
      <p:ext uri="{BB962C8B-B14F-4D97-AF65-F5344CB8AC3E}">
        <p14:creationId xmlns:p14="http://schemas.microsoft.com/office/powerpoint/2010/main" val="38760175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5575" y="574675"/>
            <a:ext cx="6621463" cy="372427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DFED875-7CA7-4683-B586-34E1A4A09D12}" type="slidenum">
              <a:rPr lang="en-US" smtClean="0"/>
              <a:t>3</a:t>
            </a:fld>
            <a:endParaRPr lang="en-US" dirty="0"/>
          </a:p>
        </p:txBody>
      </p:sp>
    </p:spTree>
    <p:extLst>
      <p:ext uri="{BB962C8B-B14F-4D97-AF65-F5344CB8AC3E}">
        <p14:creationId xmlns:p14="http://schemas.microsoft.com/office/powerpoint/2010/main" val="3258460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5575" y="574675"/>
            <a:ext cx="6621463" cy="372427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DFED875-7CA7-4683-B586-34E1A4A09D12}" type="slidenum">
              <a:rPr lang="en-US" smtClean="0"/>
              <a:t>4</a:t>
            </a:fld>
            <a:endParaRPr lang="en-US" dirty="0"/>
          </a:p>
        </p:txBody>
      </p:sp>
    </p:spTree>
    <p:extLst>
      <p:ext uri="{BB962C8B-B14F-4D97-AF65-F5344CB8AC3E}">
        <p14:creationId xmlns:p14="http://schemas.microsoft.com/office/powerpoint/2010/main" val="1966336833"/>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slideMaster" Target="../slideMasters/slideMaster1.xml"/><Relationship Id="rId7" Type="http://schemas.openxmlformats.org/officeDocument/2006/relationships/image" Target="../media/image5.jpeg"/><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4.emf"/><Relationship Id="rId5" Type="http://schemas.openxmlformats.org/officeDocument/2006/relationships/image" Target="../media/image3.emf"/><Relationship Id="rId4" Type="http://schemas.openxmlformats.org/officeDocument/2006/relationships/oleObject" Target="../embeddings/oleObject2.bin"/><Relationship Id="rId9" Type="http://schemas.openxmlformats.org/officeDocument/2006/relationships/image" Target="../media/image7.svg"/><Relationship Id="momahLogoFallback" Type="http://schemas.openxmlformats.org/officeDocument/2006/relationships/image" Target="../media/momah-logo-fallback.png"/></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xml"/><Relationship Id="rId5" Type="http://schemas.openxmlformats.org/officeDocument/2006/relationships/image" Target="../media/image9.jpeg"/><Relationship Id="rId4" Type="http://schemas.openxmlformats.org/officeDocument/2006/relationships/image" Target="../media/image8.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6.xml"/><Relationship Id="rId5" Type="http://schemas.openxmlformats.org/officeDocument/2006/relationships/image" Target="../media/image9.jpeg"/><Relationship Id="rId4" Type="http://schemas.openxmlformats.org/officeDocument/2006/relationships/image" Target="../media/image8.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5.bin"/><Relationship Id="rId7" Type="http://schemas.microsoft.com/office/2007/relationships/hdphoto" Target="../media/hdphoto1.wdp"/><Relationship Id="rId2" Type="http://schemas.openxmlformats.org/officeDocument/2006/relationships/slideMaster" Target="../slideMasters/slideMaster1.xml"/><Relationship Id="rId1" Type="http://schemas.openxmlformats.org/officeDocument/2006/relationships/tags" Target="../tags/tag7.xml"/><Relationship Id="rId6" Type="http://schemas.openxmlformats.org/officeDocument/2006/relationships/image" Target="../media/image10.png"/><Relationship Id="rId5" Type="http://schemas.openxmlformats.org/officeDocument/2006/relationships/image" Target="../media/image11.png"/><Relationship Id="rId4" Type="http://schemas.openxmlformats.org/officeDocument/2006/relationships/image" Target="../media/image8.emf"/></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8.xml"/><Relationship Id="rId6" Type="http://schemas.openxmlformats.org/officeDocument/2006/relationships/image" Target="../media/image2.png"/><Relationship Id="rId5" Type="http://schemas.openxmlformats.org/officeDocument/2006/relationships/image" Target="../media/image11.png"/><Relationship Id="rId4" Type="http://schemas.openxmlformats.org/officeDocument/2006/relationships/image" Target="../media/image12.emf"/></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3.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7.bin"/><Relationship Id="rId7" Type="http://schemas.microsoft.com/office/2007/relationships/hdphoto" Target="../media/hdphoto1.wdp"/><Relationship Id="rId2" Type="http://schemas.openxmlformats.org/officeDocument/2006/relationships/slideMaster" Target="../slideMasters/slideMaster1.xml"/><Relationship Id="rId1" Type="http://schemas.openxmlformats.org/officeDocument/2006/relationships/tags" Target="../tags/tag9.xml"/><Relationship Id="rId6" Type="http://schemas.openxmlformats.org/officeDocument/2006/relationships/image" Target="../media/image10.png"/><Relationship Id="rId5" Type="http://schemas.openxmlformats.org/officeDocument/2006/relationships/image" Target="../media/image16.png"/><Relationship Id="rId4" Type="http://schemas.openxmlformats.org/officeDocument/2006/relationships/image" Target="../media/image15.emf"/></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8.bin"/><Relationship Id="rId7" Type="http://schemas.microsoft.com/office/2007/relationships/hdphoto" Target="../media/hdphoto1.wdp"/><Relationship Id="rId2" Type="http://schemas.openxmlformats.org/officeDocument/2006/relationships/slideMaster" Target="../slideMasters/slideMaster1.xml"/><Relationship Id="rId1" Type="http://schemas.openxmlformats.org/officeDocument/2006/relationships/tags" Target="../tags/tag10.xml"/><Relationship Id="rId6" Type="http://schemas.openxmlformats.org/officeDocument/2006/relationships/image" Target="../media/image10.png"/><Relationship Id="rId5" Type="http://schemas.openxmlformats.org/officeDocument/2006/relationships/image" Target="../media/image13.png"/><Relationship Id="rId4" Type="http://schemas.openxmlformats.org/officeDocument/2006/relationships/image" Target="../media/image8.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1.xml"/><Relationship Id="rId6" Type="http://schemas.openxmlformats.org/officeDocument/2006/relationships/image" Target="../media/image2.png"/><Relationship Id="rId5" Type="http://schemas.openxmlformats.org/officeDocument/2006/relationships/image" Target="../media/image14.png"/><Relationship Id="rId4" Type="http://schemas.openxmlformats.org/officeDocument/2006/relationships/image" Target="../media/image8.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10.bin"/><Relationship Id="rId7" Type="http://schemas.microsoft.com/office/2007/relationships/hdphoto" Target="../media/hdphoto1.wdp"/><Relationship Id="rId2" Type="http://schemas.openxmlformats.org/officeDocument/2006/relationships/slideMaster" Target="../slideMasters/slideMaster1.xml"/><Relationship Id="rId1" Type="http://schemas.openxmlformats.org/officeDocument/2006/relationships/tags" Target="../tags/tag12.xml"/><Relationship Id="rId6" Type="http://schemas.openxmlformats.org/officeDocument/2006/relationships/image" Target="../media/image10.png"/><Relationship Id="rId5" Type="http://schemas.openxmlformats.org/officeDocument/2006/relationships/image" Target="../media/image13.png"/><Relationship Id="rId4" Type="http://schemas.openxmlformats.org/officeDocument/2006/relationships/image" Target="../media/image8.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13.xml"/><Relationship Id="rId6" Type="http://schemas.openxmlformats.org/officeDocument/2006/relationships/image" Target="../media/image2.png"/><Relationship Id="rId5" Type="http://schemas.openxmlformats.org/officeDocument/2006/relationships/image" Target="../media/image14.png"/><Relationship Id="rId4" Type="http://schemas.openxmlformats.org/officeDocument/2006/relationships/image" Target="../media/image8.emf"/></Relationships>
</file>

<file path=ppt/slideLayouts/_rels/slideLayout2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7.bin"/><Relationship Id="rId7" Type="http://schemas.microsoft.com/office/2007/relationships/hdphoto" Target="../media/hdphoto1.wdp"/><Relationship Id="rId2" Type="http://schemas.openxmlformats.org/officeDocument/2006/relationships/slideMaster" Target="../slideMasters/slideMaster1.xml"/><Relationship Id="rId1" Type="http://schemas.openxmlformats.org/officeDocument/2006/relationships/tags" Target="../tags/tag14.xml"/><Relationship Id="rId6" Type="http://schemas.openxmlformats.org/officeDocument/2006/relationships/image" Target="../media/image10.png"/><Relationship Id="rId5" Type="http://schemas.openxmlformats.org/officeDocument/2006/relationships/image" Target="../media/image17.png"/><Relationship Id="rId4" Type="http://schemas.openxmlformats.org/officeDocument/2006/relationships/image" Target="../media/image15.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15.xml"/><Relationship Id="rId6" Type="http://schemas.microsoft.com/office/2007/relationships/hdphoto" Target="../media/hdphoto1.wdp"/><Relationship Id="rId5" Type="http://schemas.openxmlformats.org/officeDocument/2006/relationships/image" Target="../media/image10.png"/><Relationship Id="rId4" Type="http://schemas.openxmlformats.org/officeDocument/2006/relationships/image" Target="../media/image8.emf"/></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oleObject" Target="../embeddings/oleObject13.bin"/><Relationship Id="rId7" Type="http://schemas.openxmlformats.org/officeDocument/2006/relationships/image" Target="../media/image6.jpeg"/><Relationship Id="rId2" Type="http://schemas.openxmlformats.org/officeDocument/2006/relationships/slideMaster" Target="../slideMasters/slideMaster1.xml"/><Relationship Id="rId1" Type="http://schemas.openxmlformats.org/officeDocument/2006/relationships/tags" Target="../tags/tag16.xml"/><Relationship Id="rId6" Type="http://schemas.openxmlformats.org/officeDocument/2006/relationships/image" Target="../media/image5.jpeg"/><Relationship Id="rId5" Type="http://schemas.openxmlformats.org/officeDocument/2006/relationships/image" Target="../media/image4.emf"/><Relationship Id="rId4" Type="http://schemas.openxmlformats.org/officeDocument/2006/relationships/image" Target="../media/image3.emf"/><Relationship Id="momahLogoFallback" Type="http://schemas.openxmlformats.org/officeDocument/2006/relationships/image" Target="../media/momah-logo-fallback.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slideMaster" Target="../slideMasters/slideMaster1.xml"/><Relationship Id="rId7" Type="http://schemas.openxmlformats.org/officeDocument/2006/relationships/image" Target="../media/image5.jpeg"/><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image" Target="../media/image4.emf"/><Relationship Id="rId5" Type="http://schemas.openxmlformats.org/officeDocument/2006/relationships/image" Target="../media/image3.emf"/><Relationship Id="rId4" Type="http://schemas.openxmlformats.org/officeDocument/2006/relationships/oleObject" Target="../embeddings/oleObject14.bin"/><Relationship Id="rId9" Type="http://schemas.openxmlformats.org/officeDocument/2006/relationships/image" Target="../media/image7.svg"/><Relationship Id="momahLogoFallback" Type="http://schemas.openxmlformats.org/officeDocument/2006/relationships/image" Target="../media/momah-logo-fallback.png"/></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19.xml"/><Relationship Id="rId5" Type="http://schemas.openxmlformats.org/officeDocument/2006/relationships/image" Target="../media/image9.jpeg"/><Relationship Id="rId4" Type="http://schemas.openxmlformats.org/officeDocument/2006/relationships/image" Target="../media/image12.emf"/></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7.bin"/><Relationship Id="rId7" Type="http://schemas.microsoft.com/office/2007/relationships/hdphoto" Target="../media/hdphoto1.wdp"/><Relationship Id="rId2" Type="http://schemas.openxmlformats.org/officeDocument/2006/relationships/slideMaster" Target="../slideMasters/slideMaster1.xml"/><Relationship Id="rId1" Type="http://schemas.openxmlformats.org/officeDocument/2006/relationships/tags" Target="../tags/tag20.xml"/><Relationship Id="rId6" Type="http://schemas.openxmlformats.org/officeDocument/2006/relationships/image" Target="../media/image10.png"/><Relationship Id="rId5" Type="http://schemas.openxmlformats.org/officeDocument/2006/relationships/image" Target="../media/image13.png"/><Relationship Id="rId4" Type="http://schemas.openxmlformats.org/officeDocument/2006/relationships/image" Target="../media/image15.emf"/></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6.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3.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3.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7.bin"/><Relationship Id="rId7" Type="http://schemas.microsoft.com/office/2007/relationships/hdphoto" Target="../media/hdphoto1.wdp"/><Relationship Id="rId2" Type="http://schemas.openxmlformats.org/officeDocument/2006/relationships/slideMaster" Target="../slideMasters/slideMaster1.xml"/><Relationship Id="rId1" Type="http://schemas.openxmlformats.org/officeDocument/2006/relationships/tags" Target="../tags/tag21.xml"/><Relationship Id="rId6" Type="http://schemas.openxmlformats.org/officeDocument/2006/relationships/image" Target="../media/image10.png"/><Relationship Id="rId5" Type="http://schemas.openxmlformats.org/officeDocument/2006/relationships/image" Target="../media/image17.png"/><Relationship Id="rId4" Type="http://schemas.openxmlformats.org/officeDocument/2006/relationships/image" Target="../media/image3.emf"/></Relationships>
</file>

<file path=ppt/slideLayouts/_rels/slideLayout5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3.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5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oleObject" Target="../embeddings/oleObject16.bin"/><Relationship Id="rId7" Type="http://schemas.openxmlformats.org/officeDocument/2006/relationships/image" Target="../media/image6.jpeg"/><Relationship Id="rId2" Type="http://schemas.openxmlformats.org/officeDocument/2006/relationships/slideMaster" Target="../slideMasters/slideMaster1.xml"/><Relationship Id="rId1" Type="http://schemas.openxmlformats.org/officeDocument/2006/relationships/tags" Target="../tags/tag22.xml"/><Relationship Id="rId6" Type="http://schemas.openxmlformats.org/officeDocument/2006/relationships/image" Target="../media/image5.jpeg"/><Relationship Id="rId5" Type="http://schemas.openxmlformats.org/officeDocument/2006/relationships/image" Target="../media/image4.emf"/><Relationship Id="rId4" Type="http://schemas.openxmlformats.org/officeDocument/2006/relationships/image" Target="../media/image3.emf"/><Relationship Id="momahLogoFallback" Type="http://schemas.openxmlformats.org/officeDocument/2006/relationships/image" Target="../media/momah-logo-fallback.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microsoft.com/office/2007/relationships/hdphoto" Target="../media/hdphoto1.wdp"/><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image" Target="../media/image10.png"/><Relationship Id="rId5" Type="http://schemas.openxmlformats.org/officeDocument/2006/relationships/image" Target="../media/image1.emf"/><Relationship Id="rId4" Type="http://schemas.openxmlformats.org/officeDocument/2006/relationships/oleObject" Target="../embeddings/oleObject17.bin"/></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1.xml"/><Relationship Id="rId1" Type="http://schemas.openxmlformats.org/officeDocument/2006/relationships/tags" Target="../tags/tag25.xml"/><Relationship Id="rId6" Type="http://schemas.microsoft.com/office/2007/relationships/hdphoto" Target="../media/hdphoto1.wdp"/><Relationship Id="rId5" Type="http://schemas.openxmlformats.org/officeDocument/2006/relationships/image" Target="../media/image10.png"/><Relationship Id="rId4" Type="http://schemas.openxmlformats.org/officeDocument/2006/relationships/image" Target="../media/image1.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1.xml"/><Relationship Id="rId1" Type="http://schemas.openxmlformats.org/officeDocument/2006/relationships/tags" Target="../tags/tag26.xml"/><Relationship Id="rId6" Type="http://schemas.microsoft.com/office/2007/relationships/hdphoto" Target="../media/hdphoto1.wdp"/><Relationship Id="rId5" Type="http://schemas.openxmlformats.org/officeDocument/2006/relationships/image" Target="../media/image10.png"/><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1.xml"/><Relationship Id="rId1" Type="http://schemas.openxmlformats.org/officeDocument/2006/relationships/tags" Target="../tags/tag27.xml"/><Relationship Id="rId6" Type="http://schemas.openxmlformats.org/officeDocument/2006/relationships/image" Target="../media/image2.png"/><Relationship Id="rId5" Type="http://schemas.openxmlformats.org/officeDocument/2006/relationships/image" Target="../media/image11.png"/><Relationship Id="rId4" Type="http://schemas.openxmlformats.org/officeDocument/2006/relationships/image" Target="../media/image1.emf"/></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9.xml"/><Relationship Id="rId1" Type="http://schemas.openxmlformats.org/officeDocument/2006/relationships/tags" Target="../tags/tag28.xml"/><Relationship Id="rId5" Type="http://schemas.openxmlformats.org/officeDocument/2006/relationships/image" Target="../media/image1.emf"/><Relationship Id="rId4" Type="http://schemas.openxmlformats.org/officeDocument/2006/relationships/oleObject" Target="../embeddings/oleObject21.bin"/></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Master" Target="../slideMasters/slideMaster1.xml"/><Relationship Id="rId1" Type="http://schemas.openxmlformats.org/officeDocument/2006/relationships/tags" Target="../tags/tag30.xml"/><Relationship Id="rId4" Type="http://schemas.openxmlformats.org/officeDocument/2006/relationships/image" Target="../media/image1.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Master" Target="../slideMasters/slideMaster1.xml"/><Relationship Id="rId1" Type="http://schemas.openxmlformats.org/officeDocument/2006/relationships/tags" Target="../tags/tag31.xml"/><Relationship Id="rId4" Type="http://schemas.openxmlformats.org/officeDocument/2006/relationships/image" Target="../media/image1.emf"/></Relationships>
</file>

<file path=ppt/slideLayouts/_rels/slideLayout66.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Master" Target="../slideMasters/slideMaster1.xml"/><Relationship Id="rId1" Type="http://schemas.openxmlformats.org/officeDocument/2006/relationships/tags" Target="../tags/tag32.xml"/><Relationship Id="rId6" Type="http://schemas.openxmlformats.org/officeDocument/2006/relationships/image" Target="../media/image2.png"/><Relationship Id="rId5" Type="http://schemas.openxmlformats.org/officeDocument/2006/relationships/image" Target="../media/image11.png"/><Relationship Id="rId4" Type="http://schemas.openxmlformats.org/officeDocument/2006/relationships/image" Target="../media/image1.emf"/></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25.bin"/><Relationship Id="rId7" Type="http://schemas.microsoft.com/office/2007/relationships/hdphoto" Target="../media/hdphoto1.wdp"/><Relationship Id="rId2" Type="http://schemas.openxmlformats.org/officeDocument/2006/relationships/slideMaster" Target="../slideMasters/slideMaster1.xml"/><Relationship Id="rId1" Type="http://schemas.openxmlformats.org/officeDocument/2006/relationships/tags" Target="../tags/tag33.xml"/><Relationship Id="rId6" Type="http://schemas.openxmlformats.org/officeDocument/2006/relationships/image" Target="../media/image10.png"/><Relationship Id="rId5" Type="http://schemas.openxmlformats.org/officeDocument/2006/relationships/image" Target="../media/image13.png"/><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4126942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84" imgH="384" progId="TCLayout.ActiveDocument.1">
                  <p:embed/>
                </p:oleObj>
              </mc:Choice>
              <mc:Fallback>
                <p:oleObj name="think-cell Slide" r:id="rId4" imgW="384" imgH="384"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pic>
        <p:nvPicPr>
          <p:cNvPr id="13" name="Picture 12"/>
          <p:cNvPicPr>
            <a:picLocks noChangeAspect="1"/>
          </p:cNvPicPr>
          <p:nvPr userDrawn="1"/>
        </p:nvPicPr>
        <p:blipFill rotWithShape="1">
          <a:blip r:embed="rId6" cstate="email">
            <a:extLst>
              <a:ext uri="{28A0092B-C50C-407E-A947-70E740481C1C}">
                <a14:useLocalDpi xmlns:a14="http://schemas.microsoft.com/office/drawing/2010/main"/>
              </a:ext>
            </a:extLst>
          </a:blip>
          <a:srcRect r="1844"/>
          <a:stretch/>
        </p:blipFill>
        <p:spPr>
          <a:xfrm>
            <a:off x="2003977" y="561096"/>
            <a:ext cx="10178295" cy="6234890"/>
          </a:xfrm>
          <a:prstGeom prst="rect">
            <a:avLst/>
          </a:prstGeom>
        </p:spPr>
      </p:pic>
      <p:sp>
        <p:nvSpPr>
          <p:cNvPr id="16" name="Title 5"/>
          <p:cNvSpPr>
            <a:spLocks noGrp="1"/>
          </p:cNvSpPr>
          <p:nvPr>
            <p:ph type="ctrTitle"/>
          </p:nvPr>
        </p:nvSpPr>
        <p:spPr>
          <a:xfrm>
            <a:off x="667408" y="1659004"/>
            <a:ext cx="7344478" cy="1638300"/>
          </a:xfrm>
        </p:spPr>
        <p:txBody>
          <a:bodyPr lIns="0" tIns="0" rIns="0" bIns="0" anchor="b">
            <a:normAutofit/>
          </a:bodyPr>
          <a:lstStyle>
            <a:lvl1pPr algn="l">
              <a:defRPr sz="5400">
                <a:solidFill>
                  <a:srgbClr val="006C67"/>
                </a:solidFill>
                <a:latin typeface="+mj-lt"/>
                <a:ea typeface="+mj-ea"/>
                <a:cs typeface="+mj-cs"/>
                <a:sym typeface="+mj-lt"/>
              </a:defRPr>
            </a:lvl1pPr>
          </a:lstStyle>
          <a:p>
            <a:r>
              <a:rPr lang="en-US" dirty="0"/>
              <a:t>Click to edit Master title style</a:t>
            </a:r>
          </a:p>
        </p:txBody>
      </p:sp>
      <p:sp>
        <p:nvSpPr>
          <p:cNvPr id="17" name="Text Placeholder 7"/>
          <p:cNvSpPr>
            <a:spLocks noGrp="1"/>
          </p:cNvSpPr>
          <p:nvPr>
            <p:ph type="body" sz="quarter" idx="10" hasCustomPrompt="1"/>
          </p:nvPr>
        </p:nvSpPr>
        <p:spPr>
          <a:xfrm>
            <a:off x="667407" y="3461188"/>
            <a:ext cx="7344478" cy="662940"/>
          </a:xfrm>
        </p:spPr>
        <p:txBody>
          <a:bodyPr lIns="0" tIns="0" rIns="0" bIns="0">
            <a:normAutofit/>
          </a:bodyPr>
          <a:lstStyle>
            <a:lvl1pPr marL="0" indent="0">
              <a:buNone/>
              <a:defRPr sz="2400">
                <a:solidFill>
                  <a:schemeClr val="tx1"/>
                </a:solidFill>
                <a:latin typeface="+mn-lt"/>
                <a:ea typeface="+mn-ea"/>
                <a:cs typeface="+mn-cs"/>
                <a:sym typeface="+mn-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subtitle style</a:t>
            </a:r>
          </a:p>
        </p:txBody>
      </p:sp>
      <p:sp>
        <p:nvSpPr>
          <p:cNvPr id="19" name="Text Placeholder 2"/>
          <p:cNvSpPr>
            <a:spLocks noGrp="1"/>
          </p:cNvSpPr>
          <p:nvPr>
            <p:ph type="body" sz="quarter" idx="11" hasCustomPrompt="1"/>
          </p:nvPr>
        </p:nvSpPr>
        <p:spPr>
          <a:xfrm>
            <a:off x="667407" y="4198448"/>
            <a:ext cx="7344478" cy="251460"/>
          </a:xfrm>
        </p:spPr>
        <p:txBody>
          <a:bodyPr anchor="ctr"/>
          <a:lstStyle>
            <a:lvl1pPr>
              <a:defRPr sz="1600" cap="all" baseline="0">
                <a:solidFill>
                  <a:srgbClr val="7F7F7F"/>
                </a:solidFill>
              </a:defRPr>
            </a:lvl1pPr>
          </a:lstStyle>
          <a:p>
            <a:pPr lvl="0"/>
            <a:r>
              <a:rPr lang="en-US" dirty="0"/>
              <a:t>Click to edit date/place</a:t>
            </a:r>
          </a:p>
        </p:txBody>
      </p:sp>
      <p:pic>
        <p:nvPicPr>
          <p:cNvPr id="23" name="Picture 22"/>
          <p:cNvPicPr>
            <a:picLocks noChangeAspect="1"/>
          </p:cNvPicPr>
          <p:nvPr userDrawn="1"/>
        </p:nvPicPr>
        <p:blipFill rotWithShape="1">
          <a:blip r:embed="rId7"/>
          <a:srcRect/>
          <a:stretch/>
        </p:blipFill>
        <p:spPr>
          <a:xfrm>
            <a:off x="562633" y="3343543"/>
            <a:ext cx="7260614" cy="71407"/>
          </a:xfrm>
          <a:prstGeom prst="rect">
            <a:avLst/>
          </a:prstGeom>
        </p:spPr>
      </p:pic>
      <p:pic>
        <p:nvPicPr>
          <p:cNvPr id="24" name="Picture 23"/>
          <p:cNvPicPr>
            <a:picLocks noChangeAspect="1"/>
          </p:cNvPicPr>
          <p:nvPr userDrawn="1"/>
        </p:nvPicPr>
        <p:blipFill rotWithShape="1">
          <a:blip r:embed="rId8" cstate="email">
            <a:extLst>
              <a:ext uri="{28A0092B-C50C-407E-A947-70E740481C1C}">
                <a14:useLocalDpi xmlns:a14="http://schemas.microsoft.com/office/drawing/2010/main"/>
              </a:ext>
            </a:extLst>
          </a:blip>
          <a:srcRect/>
          <a:stretch/>
        </p:blipFill>
        <p:spPr>
          <a:xfrm>
            <a:off x="0" y="6668392"/>
            <a:ext cx="12192000" cy="252811"/>
          </a:xfrm>
          <a:prstGeom prst="rect">
            <a:avLst/>
          </a:prstGeom>
        </p:spPr>
      </p:pic>
      <p:pic>
        <p:nvPicPr>
          <p:cNvPr id="25" name="Picture 24"/>
          <p:cNvPicPr>
            <a:picLocks noChangeAspect="1"/>
          </p:cNvPicPr>
          <p:nvPr userDrawn="1"/>
        </p:nvPicPr>
        <p:blipFill rotWithShape="1">
          <a:blip r:embed="rId8" cstate="email">
            <a:extLst>
              <a:ext uri="{28A0092B-C50C-407E-A947-70E740481C1C}">
                <a14:useLocalDpi xmlns:a14="http://schemas.microsoft.com/office/drawing/2010/main"/>
              </a:ext>
            </a:extLst>
          </a:blip>
          <a:srcRect/>
          <a:stretch/>
        </p:blipFill>
        <p:spPr>
          <a:xfrm>
            <a:off x="0" y="0"/>
            <a:ext cx="12192000" cy="252811"/>
          </a:xfrm>
          <a:prstGeom prst="rect">
            <a:avLst/>
          </a:prstGeom>
        </p:spPr>
      </p:pic>
      <p:pic>
        <p:nvPicPr>
          <p:cNvPr id="12" name="Graphic 11">
            <a:extLst>
              <a:ext uri="{FF2B5EF4-FFF2-40B4-BE49-F238E27FC236}">
                <a16:creationId xmlns:a16="http://schemas.microsoft.com/office/drawing/2014/main" id="{5AC87C00-4530-4921-946F-609091407DDD}"/>
              </a:ext>
            </a:extLst>
          </p:cNvPr>
          <p:cNvPicPr>
            <a:picLocks noChangeAspect="1"/>
          </p:cNvPicPr>
          <p:nvPr userDrawn="1"/>
        </p:nvPicPr>
        <p:blipFill>
          <a:blip r:embed="momahLogoFallback">
            <a:extLst>
              <a:ext uri="{96DAC541-7B7A-43D3-8B79-37D633B846F1}">
                <asvg:svgBlip xmlns:asvg="http://schemas.microsoft.com/office/drawing/2016/SVG/main" r:embed="rId9"/>
              </a:ext>
            </a:extLst>
          </a:blip>
          <a:stretch>
            <a:fillRect/>
          </a:stretch>
        </p:blipFill>
        <p:spPr>
          <a:xfrm>
            <a:off x="7526215" y="399621"/>
            <a:ext cx="4248151" cy="1246419"/>
          </a:xfrm>
          <a:prstGeom prst="rect">
            <a:avLst/>
          </a:prstGeom>
        </p:spPr>
      </p:pic>
    </p:spTree>
    <p:extLst>
      <p:ext uri="{BB962C8B-B14F-4D97-AF65-F5344CB8AC3E}">
        <p14:creationId xmlns:p14="http://schemas.microsoft.com/office/powerpoint/2010/main" val="1515183581"/>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rgbClr val="F2F2F2"/>
        </a:solidFill>
        <a:effectLst/>
      </p:bgPr>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15130282-3E3A-4C35-A11C-2D6C365A53EB}"/>
              </a:ext>
            </a:extLst>
          </p:cNvPr>
          <p:cNvGraphicFramePr>
            <a:graphicFrameLocks noChangeAspect="1"/>
          </p:cNvGraphicFramePr>
          <p:nvPr userDrawn="1">
            <p:custDataLst>
              <p:tags r:id="rId1"/>
            </p:custDataLst>
            <p:extLst>
              <p:ext uri="{D42A27DB-BD31-4B8C-83A1-F6EECF244321}">
                <p14:modId xmlns:p14="http://schemas.microsoft.com/office/powerpoint/2010/main" val="12338515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3" imgH="363" progId="TCLayout.ActiveDocument.1">
                  <p:embed/>
                </p:oleObj>
              </mc:Choice>
              <mc:Fallback>
                <p:oleObj name="think-cell Slide" r:id="rId3" imgW="353" imgH="363"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All rights reserved.</a:t>
            </a:r>
            <a:endParaRPr lang="en-US" sz="700" dirty="0">
              <a:solidFill>
                <a:schemeClr val="bg1">
                  <a:lumMod val="50000"/>
                </a:schemeClr>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622800"/>
            <a:ext cx="10933200" cy="4431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200" b="0" i="0" u="none" kern="1200" spc="0">
                <a:solidFill>
                  <a:srgbClr val="006C67"/>
                </a:solidFill>
                <a:latin typeface="+mj-lt"/>
                <a:sym typeface="Trebuchet MS" panose="020B0603020202020204" pitchFamily="34" charset="0"/>
              </a:defRPr>
            </a:lvl1pPr>
          </a:lstStyle>
          <a:p>
            <a:pPr lvl="0"/>
            <a:r>
              <a:rPr lang="en-US" dirty="0"/>
              <a:t>Click to add title</a:t>
            </a:r>
          </a:p>
        </p:txBody>
      </p:sp>
      <p:pic>
        <p:nvPicPr>
          <p:cNvPr id="9" name="PP Templet-09.jpg" descr="PP Templet-09.jpg"/>
          <p:cNvPicPr>
            <a:picLocks noChangeAspect="1"/>
          </p:cNvPicPr>
          <p:nvPr userDrawn="1"/>
        </p:nvPicPr>
        <p:blipFill rotWithShape="1">
          <a:blip r:embed="rId5"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flipH="1">
            <a:off x="11691954" y="652176"/>
            <a:ext cx="335360" cy="6148270"/>
          </a:xfrm>
          <a:prstGeom prst="rect">
            <a:avLst/>
          </a:prstGeom>
          <a:ln w="12700">
            <a:miter lim="400000"/>
          </a:ln>
        </p:spPr>
      </p:pic>
    </p:spTree>
    <p:extLst>
      <p:ext uri="{BB962C8B-B14F-4D97-AF65-F5344CB8AC3E}">
        <p14:creationId xmlns:p14="http://schemas.microsoft.com/office/powerpoint/2010/main" val="1657312068"/>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rgbClr val="F2F2F2"/>
        </a:solidFill>
        <a:effectLst/>
      </p:bgPr>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F6AA8D59-7432-4EFD-A4AC-E87D475A4060}"/>
              </a:ext>
            </a:extLst>
          </p:cNvPr>
          <p:cNvGraphicFramePr>
            <a:graphicFrameLocks noChangeAspect="1"/>
          </p:cNvGraphicFramePr>
          <p:nvPr userDrawn="1">
            <p:custDataLst>
              <p:tags r:id="rId1"/>
            </p:custDataLst>
            <p:extLst>
              <p:ext uri="{D42A27DB-BD31-4B8C-83A1-F6EECF244321}">
                <p14:modId xmlns:p14="http://schemas.microsoft.com/office/powerpoint/2010/main" val="35849180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3" imgH="363" progId="TCLayout.ActiveDocument.1">
                  <p:embed/>
                </p:oleObj>
              </mc:Choice>
              <mc:Fallback>
                <p:oleObj name="think-cell Slide" r:id="rId3" imgW="353" imgH="363"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630000" y="622800"/>
            <a:ext cx="10933350" cy="443198"/>
          </a:xfrm>
        </p:spPr>
        <p:txBody>
          <a:bodyPr vert="horz"/>
          <a:lstStyle>
            <a:lvl1pPr>
              <a:defRPr sz="3200">
                <a:solidFill>
                  <a:srgbClr val="006C67"/>
                </a:solidFill>
              </a:defRPr>
            </a:lvl1pPr>
          </a:lstStyle>
          <a:p>
            <a:r>
              <a:rPr lang="en-US" dirty="0"/>
              <a:t>Click to add title</a:t>
            </a: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629399" y="2085628"/>
            <a:ext cx="10933801" cy="4089131"/>
          </a:xfrm>
        </p:spPr>
        <p:txBody>
          <a:bodyPr/>
          <a:lstStyle>
            <a:lvl1pPr>
              <a:lnSpc>
                <a:spcPct val="100000"/>
              </a:lnSpc>
              <a:spcBef>
                <a:spcPts val="0"/>
              </a:spcBef>
              <a:spcAft>
                <a:spcPts val="0"/>
              </a:spcAft>
              <a:defRPr sz="2000"/>
            </a:lvl1pPr>
            <a:lvl2pPr>
              <a:lnSpc>
                <a:spcPct val="100000"/>
              </a:lnSpc>
              <a:spcBef>
                <a:spcPts val="0"/>
              </a:spcBef>
              <a:spcAft>
                <a:spcPts val="0"/>
              </a:spcAft>
              <a:defRPr sz="2000"/>
            </a:lvl2pPr>
            <a:lvl3pPr>
              <a:lnSpc>
                <a:spcPct val="100000"/>
              </a:lnSpc>
              <a:spcBef>
                <a:spcPts val="0"/>
              </a:spcBef>
              <a:spcAft>
                <a:spcPts val="0"/>
              </a:spcAft>
              <a:defRPr sz="2000"/>
            </a:lvl3pPr>
            <a:lvl4pPr>
              <a:lnSpc>
                <a:spcPct val="100000"/>
              </a:lnSpc>
              <a:spcBef>
                <a:spcPts val="0"/>
              </a:spcBef>
              <a:spcAft>
                <a:spcPts val="0"/>
              </a:spcAft>
              <a:defRPr sz="2800"/>
            </a:lvl4pPr>
            <a:lvl5pPr>
              <a:lnSpc>
                <a:spcPct val="100000"/>
              </a:lnSpc>
              <a:spcBef>
                <a:spcPts val="0"/>
              </a:spcBef>
              <a:spcAft>
                <a:spcPts val="0"/>
              </a:spcAft>
              <a:defRPr sz="2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All rights reserved.</a:t>
            </a:r>
            <a:endParaRPr lang="en-US" sz="700" dirty="0">
              <a:solidFill>
                <a:schemeClr val="bg1">
                  <a:lumMod val="50000"/>
                </a:schemeClr>
              </a:solidFill>
              <a:latin typeface="+mn-lt"/>
              <a:sym typeface="Trebuchet MS" panose="020B0603020202020204" pitchFamily="34" charset="0"/>
            </a:endParaRPr>
          </a:p>
        </p:txBody>
      </p:sp>
      <p:pic>
        <p:nvPicPr>
          <p:cNvPr id="7" name="PP Templet-09.jpg" descr="PP Templet-09.jpg"/>
          <p:cNvPicPr>
            <a:picLocks noChangeAspect="1"/>
          </p:cNvPicPr>
          <p:nvPr userDrawn="1"/>
        </p:nvPicPr>
        <p:blipFill rotWithShape="1">
          <a:blip r:embed="rId5"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flipH="1">
            <a:off x="11691954" y="652176"/>
            <a:ext cx="335360" cy="6148270"/>
          </a:xfrm>
          <a:prstGeom prst="rect">
            <a:avLst/>
          </a:prstGeom>
          <a:ln w="12700">
            <a:miter lim="400000"/>
          </a:ln>
        </p:spPr>
      </p:pic>
    </p:spTree>
    <p:extLst>
      <p:ext uri="{BB962C8B-B14F-4D97-AF65-F5344CB8AC3E}">
        <p14:creationId xmlns:p14="http://schemas.microsoft.com/office/powerpoint/2010/main" val="2730003498"/>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rgbClr val="FFFFFF"/>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rgbClr val="006C67"/>
                </a:solidFill>
                <a:latin typeface="+mj-lt"/>
              </a:defRPr>
            </a:lvl1pPr>
          </a:lstStyle>
          <a:p>
            <a:r>
              <a:rPr lang="en-US" dirty="0"/>
              <a:t>Click to add title</a:t>
            </a:r>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052710400"/>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flip="none" rotWithShape="1">
          <a:gsLst>
            <a:gs pos="0">
              <a:srgbClr val="006C67"/>
            </a:gs>
            <a:gs pos="100000">
              <a:srgbClr val="004C48"/>
            </a:gs>
          </a:gsLst>
          <a:lin ang="8100000" scaled="1"/>
          <a:tileRect/>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2026. All rights reserved.</a:t>
            </a:r>
            <a:endParaRPr lang="en-US" sz="700" dirty="0">
              <a:solidFill>
                <a:schemeClr val="bg1"/>
              </a:solidFill>
              <a:latin typeface="+mn-lt"/>
              <a:sym typeface="Trebuchet MS" panose="020B0603020202020204" pitchFamily="34" charset="0"/>
            </a:endParaRP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pic>
        <p:nvPicPr>
          <p:cNvPr id="9" name="Picture 8">
            <a:extLst>
              <a:ext uri="{FF2B5EF4-FFF2-40B4-BE49-F238E27FC236}">
                <a16:creationId xmlns:a16="http://schemas.microsoft.com/office/drawing/2014/main" id="{E1F77846-4160-4C3F-996E-CCD92DD95571}"/>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712323402"/>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flip="none" rotWithShape="1">
          <a:gsLst>
            <a:gs pos="0">
              <a:srgbClr val="006C67"/>
            </a:gs>
            <a:gs pos="100000">
              <a:srgbClr val="004C48"/>
            </a:gs>
          </a:gsLst>
          <a:lin ang="8100000" scaled="1"/>
          <a:tileRect/>
        </a:gradFill>
        <a:effectLst/>
      </p:bgPr>
    </p:bg>
    <p:spTree>
      <p:nvGrpSpPr>
        <p:cNvPr id="1" name=""/>
        <p:cNvGrpSpPr/>
        <p:nvPr/>
      </p:nvGrpSpPr>
      <p:grpSpPr>
        <a:xfrm>
          <a:off x="0" y="0"/>
          <a:ext cx="0" cy="0"/>
          <a:chOff x="0" y="0"/>
          <a:chExt cx="0" cy="0"/>
        </a:xfrm>
      </p:grpSpPr>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mj-lt"/>
                <a:sym typeface="Trebuchet MS" panose="020B0603020202020204" pitchFamily="34" charset="0"/>
              </a:defRPr>
            </a:lvl1pPr>
          </a:lstStyle>
          <a:p>
            <a:r>
              <a:rPr lang="en-US" dirty="0"/>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D8698600-A05C-4101-B5BD-A64E528B2E50}"/>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2405058547"/>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flip="none" rotWithShape="1">
          <a:gsLst>
            <a:gs pos="0">
              <a:srgbClr val="006C67"/>
            </a:gs>
            <a:gs pos="100000">
              <a:srgbClr val="004C48"/>
            </a:gs>
          </a:gsLst>
          <a:lin ang="8100000" scaled="1"/>
          <a:tileRect/>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2026. All rights reserved.</a:t>
            </a:r>
            <a:endParaRPr lang="en-US" sz="700" dirty="0">
              <a:solidFill>
                <a:schemeClr val="bg1"/>
              </a:solidFill>
              <a:latin typeface="+mn-lt"/>
              <a:sym typeface="Trebuchet MS" panose="020B0603020202020204" pitchFamily="34" charset="0"/>
            </a:endParaRP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6" name="Rectangle 25"/>
          <p:cNvSpPr/>
          <p:nvPr userDrawn="1"/>
        </p:nvSpPr>
        <p:spPr bwMode="white">
          <a:xfrm>
            <a:off x="0" y="0"/>
            <a:ext cx="4079508" cy="685800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rgbClr val="006C67"/>
                </a:solidFill>
                <a:latin typeface="+mj-lt"/>
                <a:sym typeface="Trebuchet MS" panose="020B0603020202020204" pitchFamily="34" charset="0"/>
              </a:defRPr>
            </a:lvl1pPr>
          </a:lstStyle>
          <a:p>
            <a:r>
              <a:rPr lang="en-US" dirty="0"/>
              <a:t>Click to add title</a:t>
            </a:r>
          </a:p>
        </p:txBody>
      </p:sp>
      <p:pic>
        <p:nvPicPr>
          <p:cNvPr id="10" name="Picture 9">
            <a:extLst>
              <a:ext uri="{FF2B5EF4-FFF2-40B4-BE49-F238E27FC236}">
                <a16:creationId xmlns:a16="http://schemas.microsoft.com/office/drawing/2014/main" id="{97590C66-C85F-4BBA-A4CE-3560223677BB}"/>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3884277641"/>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flip="none" rotWithShape="1">
          <a:gsLst>
            <a:gs pos="0">
              <a:srgbClr val="006C67"/>
            </a:gs>
            <a:gs pos="100000">
              <a:srgbClr val="004C48"/>
            </a:gs>
          </a:gsLst>
          <a:lin ang="8100000" scaled="1"/>
          <a:tileRect/>
        </a:gra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559106B2-8EA6-4AAB-914E-6130B09615DC}"/>
              </a:ext>
            </a:extLst>
          </p:cNvPr>
          <p:cNvGraphicFramePr>
            <a:graphicFrameLocks noChangeAspect="1"/>
          </p:cNvGraphicFramePr>
          <p:nvPr userDrawn="1">
            <p:custDataLst>
              <p:tags r:id="rId1"/>
            </p:custDataLst>
            <p:extLst>
              <p:ext uri="{D42A27DB-BD31-4B8C-83A1-F6EECF244321}">
                <p14:modId xmlns:p14="http://schemas.microsoft.com/office/powerpoint/2010/main" val="42710429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3" imgH="363" progId="TCLayout.ActiveDocument.1">
                  <p:embed/>
                </p:oleObj>
              </mc:Choice>
              <mc:Fallback>
                <p:oleObj name="think-cell Slide" r:id="rId3" imgW="353" imgH="363"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0" name="Picture 9"/>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2026. All rights reserved.</a:t>
            </a:r>
            <a:endParaRPr lang="en-US" sz="700" dirty="0">
              <a:solidFill>
                <a:schemeClr val="bg1"/>
              </a:solidFill>
              <a:latin typeface="+mn-lt"/>
              <a:sym typeface="Trebuchet MS" panose="020B0603020202020204" pitchFamily="34" charset="0"/>
            </a:endParaRP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3" name="Title 3"/>
          <p:cNvSpPr>
            <a:spLocks noGrp="1"/>
          </p:cNvSpPr>
          <p:nvPr>
            <p:ph type="title" hasCustomPrompt="1"/>
          </p:nvPr>
        </p:nvSpPr>
        <p:spPr>
          <a:xfrm>
            <a:off x="630000" y="622800"/>
            <a:ext cx="6256800" cy="4431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200" b="0" i="0" u="none" kern="1200" spc="0">
                <a:solidFill>
                  <a:srgbClr val="006C67"/>
                </a:solidFill>
                <a:latin typeface="+mj-lt"/>
                <a:sym typeface="Trebuchet MS" panose="020B0603020202020204" pitchFamily="34" charset="0"/>
              </a:defRPr>
            </a:lvl1pPr>
          </a:lstStyle>
          <a:p>
            <a:pPr lvl="0"/>
            <a:r>
              <a:rPr lang="en-US" dirty="0"/>
              <a:t>Click to add title</a:t>
            </a:r>
          </a:p>
        </p:txBody>
      </p:sp>
      <p:pic>
        <p:nvPicPr>
          <p:cNvPr id="11" name="Picture 10">
            <a:extLst>
              <a:ext uri="{FF2B5EF4-FFF2-40B4-BE49-F238E27FC236}">
                <a16:creationId xmlns:a16="http://schemas.microsoft.com/office/drawing/2014/main" id="{2E48F3E8-12A6-4D73-B6F1-3359DA1DCD69}"/>
              </a:ext>
            </a:extLst>
          </p:cNvPr>
          <p:cNvPicPr>
            <a:picLocks noChangeAspect="1"/>
          </p:cNvPicPr>
          <p:nvPr userDrawn="1"/>
        </p:nvPicPr>
        <p:blipFill>
          <a:blip r:embed="rId6">
            <a:extLst>
              <a:ext uri="{BEBA8EAE-BF5A-486C-A8C5-ECC9F3942E4B}">
                <a14:imgProps xmlns:a14="http://schemas.microsoft.com/office/drawing/2010/main">
                  <a14:imgLayer r:embed="rId7">
                    <a14:imgEffect>
                      <a14:brightnessContrast bright="100000"/>
                    </a14:imgEffect>
                  </a14:imgLayer>
                </a14:imgProps>
              </a:ext>
            </a:extLst>
          </a:blip>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3592263840"/>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flip="none" rotWithShape="1">
          <a:gsLst>
            <a:gs pos="0">
              <a:srgbClr val="006C67"/>
            </a:gs>
            <a:gs pos="100000">
              <a:srgbClr val="004C48"/>
            </a:gs>
          </a:gsLst>
          <a:lin ang="8100000" scaled="1"/>
          <a:tileRect/>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dirty="0"/>
              <a:t>Click to add title</a:t>
            </a:r>
          </a:p>
        </p:txBody>
      </p:sp>
      <p:sp>
        <p:nvSpPr>
          <p:cNvPr id="13" name="Rectangle 12"/>
          <p:cNvSpPr/>
          <p:nvPr userDrawn="1"/>
        </p:nvSpPr>
        <p:spPr bwMode="white">
          <a:xfrm>
            <a:off x="4080763" y="-1309"/>
            <a:ext cx="8111237" cy="6859309"/>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All rights reserved.</a:t>
            </a:r>
            <a:endParaRPr lang="en-US" sz="700" dirty="0">
              <a:solidFill>
                <a:schemeClr val="bg1">
                  <a:lumMod val="50000"/>
                </a:schemeClr>
              </a:solidFill>
              <a:latin typeface="+mn-lt"/>
              <a:sym typeface="Trebuchet MS" panose="020B0603020202020204" pitchFamily="34" charset="0"/>
            </a:endParaRP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pic>
        <p:nvPicPr>
          <p:cNvPr id="14" name="Picture 13">
            <a:extLst>
              <a:ext uri="{FF2B5EF4-FFF2-40B4-BE49-F238E27FC236}">
                <a16:creationId xmlns:a16="http://schemas.microsoft.com/office/drawing/2014/main" id="{8DA38196-839C-4BD1-8293-D43A6F0AC2DB}"/>
              </a:ext>
            </a:extLst>
          </p:cNvPr>
          <p:cNvPicPr>
            <a:picLocks noChangeAspect="1"/>
          </p:cNvPicPr>
          <p:nvPr userDrawn="1"/>
        </p:nvPicPr>
        <p:blipFill>
          <a:blip r:embed="rId3"/>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1651496776"/>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flip="none" rotWithShape="1">
          <a:gsLst>
            <a:gs pos="0">
              <a:srgbClr val="006C67"/>
            </a:gs>
            <a:gs pos="100000">
              <a:srgbClr val="004C48"/>
            </a:gs>
          </a:gsLst>
          <a:lin ang="8100000" scaled="1"/>
          <a:tileRect/>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All rights reserved.</a:t>
            </a:r>
            <a:endParaRPr lang="en-US" sz="700" dirty="0">
              <a:solidFill>
                <a:schemeClr val="bg1">
                  <a:lumMod val="50000"/>
                </a:schemeClr>
              </a:solidFill>
              <a:latin typeface="+mn-lt"/>
              <a:sym typeface="Trebuchet MS" panose="020B0603020202020204" pitchFamily="34" charset="0"/>
            </a:endParaRPr>
          </a:p>
        </p:txBody>
      </p:sp>
      <p:pic>
        <p:nvPicPr>
          <p:cNvPr id="17" name="Picture 16">
            <a:extLst>
              <a:ext uri="{FF2B5EF4-FFF2-40B4-BE49-F238E27FC236}">
                <a16:creationId xmlns:a16="http://schemas.microsoft.com/office/drawing/2014/main" id="{8C064DAF-F4D2-423A-A47C-0BEDF722ED0F}"/>
              </a:ext>
            </a:extLst>
          </p:cNvPr>
          <p:cNvPicPr>
            <a:picLocks noChangeAspect="1"/>
          </p:cNvPicPr>
          <p:nvPr userDrawn="1"/>
        </p:nvPicPr>
        <p:blipFill>
          <a:blip r:embed="rId3"/>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1923524179"/>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flip="none" rotWithShape="1">
          <a:gsLst>
            <a:gs pos="0">
              <a:srgbClr val="006C67"/>
            </a:gs>
            <a:gs pos="100000">
              <a:srgbClr val="004C48"/>
            </a:gs>
          </a:gsLst>
          <a:lin ang="8100000" scaled="1"/>
          <a:tileRect/>
        </a:gra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extLst>
              <p:ext uri="{D42A27DB-BD31-4B8C-83A1-F6EECF244321}">
                <p14:modId xmlns:p14="http://schemas.microsoft.com/office/powerpoint/2010/main" val="41597318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9" name="Picture 8"/>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Copyright" hidden="1"/>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All rights reserved.</a:t>
            </a:r>
            <a:endParaRPr lang="en-US" sz="700" dirty="0">
              <a:solidFill>
                <a:schemeClr val="bg1">
                  <a:lumMod val="50000"/>
                </a:schemeClr>
              </a:solidFill>
              <a:latin typeface="+mn-lt"/>
              <a:sym typeface="Trebuchet MS" panose="020B0603020202020204" pitchFamily="34" charset="0"/>
            </a:endParaRPr>
          </a:p>
        </p:txBody>
      </p:sp>
      <p:sp>
        <p:nvSpPr>
          <p:cNvPr id="14" name="Title 1"/>
          <p:cNvSpPr>
            <a:spLocks noGrp="1"/>
          </p:cNvSpPr>
          <p:nvPr>
            <p:ph type="title" hasCustomPrompt="1"/>
          </p:nvPr>
        </p:nvSpPr>
        <p:spPr bwMode="blackWhite">
          <a:xfrm>
            <a:off x="630000" y="1785600"/>
            <a:ext cx="6247552" cy="3286800"/>
          </a:xfrm>
          <a:prstGeom prst="rect">
            <a:avLst/>
          </a:prstGeom>
        </p:spPr>
        <p:txBody>
          <a:bodyPr vert="horz" anchor="ctr">
            <a:noAutofit/>
          </a:bodyPr>
          <a:lstStyle>
            <a:lvl1pPr>
              <a:defRPr sz="4400">
                <a:solidFill>
                  <a:schemeClr val="bg1"/>
                </a:solidFill>
                <a:latin typeface="+mj-lt"/>
                <a:sym typeface="Trebuchet MS" panose="020B0603020202020204" pitchFamily="34" charset="0"/>
              </a:defRPr>
            </a:lvl1pPr>
          </a:lstStyle>
          <a:p>
            <a:r>
              <a:rPr lang="en-US" dirty="0"/>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pic>
        <p:nvPicPr>
          <p:cNvPr id="16" name="Picture 15">
            <a:extLst>
              <a:ext uri="{FF2B5EF4-FFF2-40B4-BE49-F238E27FC236}">
                <a16:creationId xmlns:a16="http://schemas.microsoft.com/office/drawing/2014/main" id="{7666F56A-541C-404D-BAFA-167172495B84}"/>
              </a:ext>
            </a:extLst>
          </p:cNvPr>
          <p:cNvPicPr>
            <a:picLocks noChangeAspect="1"/>
          </p:cNvPicPr>
          <p:nvPr userDrawn="1"/>
        </p:nvPicPr>
        <p:blipFill>
          <a:blip r:embed="rId6"/>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632809067"/>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flip="none" rotWithShape="1">
          <a:gsLst>
            <a:gs pos="0">
              <a:srgbClr val="006C67"/>
            </a:gs>
            <a:gs pos="100000">
              <a:srgbClr val="004C48"/>
            </a:gs>
          </a:gsLst>
          <a:lin ang="8100000" scaled="1"/>
          <a:tileRect/>
        </a:gradFill>
        <a:effectLst/>
      </p:bgPr>
    </p:bg>
    <p:spTree>
      <p:nvGrpSpPr>
        <p:cNvPr id="1" name=""/>
        <p:cNvGrpSpPr/>
        <p:nvPr/>
      </p:nvGrpSpPr>
      <p:grpSpPr>
        <a:xfrm>
          <a:off x="0" y="0"/>
          <a:ext cx="0" cy="0"/>
          <a:chOff x="0" y="0"/>
          <a:chExt cx="0" cy="0"/>
        </a:xfrm>
      </p:grpSpPr>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rgbClr val="F2F2F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2026. All rights reserved.</a:t>
            </a:r>
            <a:endParaRPr lang="en-US" sz="700" dirty="0">
              <a:solidFill>
                <a:schemeClr val="bg1"/>
              </a:solidFill>
              <a:latin typeface="+mn-lt"/>
              <a:sym typeface="Trebuchet MS" panose="020B0603020202020204" pitchFamily="34" charset="0"/>
            </a:endParaRP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rgbClr val="006C67"/>
                </a:solidFill>
                <a:latin typeface="+mj-lt"/>
                <a:sym typeface="Trebuchet MS" panose="020B0603020202020204" pitchFamily="34" charset="0"/>
              </a:defRPr>
            </a:lvl1pPr>
          </a:lstStyle>
          <a:p>
            <a:r>
              <a:rPr lang="en-US" dirty="0">
                <a:solidFill>
                  <a:schemeClr val="tx2"/>
                </a:solidFill>
              </a:rPr>
              <a:t>Click to add title</a:t>
            </a:r>
          </a:p>
        </p:txBody>
      </p:sp>
      <p:pic>
        <p:nvPicPr>
          <p:cNvPr id="9"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1637966F-530E-458E-8FBF-3E072CB3F190}"/>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4167257739"/>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flip="none" rotWithShape="1">
            <a:gsLst>
              <a:gs pos="0">
                <a:srgbClr val="006C67"/>
              </a:gs>
              <a:gs pos="100000">
                <a:srgbClr val="004C48"/>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mj-lt"/>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All rights reserved.</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pic>
        <p:nvPicPr>
          <p:cNvPr id="11" name="Picture 10">
            <a:extLst>
              <a:ext uri="{FF2B5EF4-FFF2-40B4-BE49-F238E27FC236}">
                <a16:creationId xmlns:a16="http://schemas.microsoft.com/office/drawing/2014/main" id="{EBB2C534-4719-425F-9C3B-1D47A7F58B1E}"/>
              </a:ext>
            </a:extLst>
          </p:cNvPr>
          <p:cNvPicPr>
            <a:picLocks noChangeAspect="1"/>
          </p:cNvPicPr>
          <p:nvPr userDrawn="1"/>
        </p:nvPicPr>
        <p:blipFill>
          <a:blip r:embed="rId3"/>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3679174197"/>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flip="none" rotWithShape="1">
          <a:gsLst>
            <a:gs pos="0">
              <a:srgbClr val="006C67"/>
            </a:gs>
            <a:gs pos="100000">
              <a:srgbClr val="004C48"/>
            </a:gs>
          </a:gsLst>
          <a:lin ang="8100000" scaled="1"/>
          <a:tileRect/>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32526878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2026. All rights reserved.</a:t>
            </a:r>
            <a:endParaRPr lang="en-US" sz="700" dirty="0">
              <a:solidFill>
                <a:schemeClr val="bg1"/>
              </a:solidFill>
              <a:latin typeface="+mn-lt"/>
              <a:sym typeface="Trebuchet MS" panose="020B0603020202020204" pitchFamily="34" charset="0"/>
            </a:endParaRPr>
          </a:p>
        </p:txBody>
      </p:sp>
      <p:sp>
        <p:nvSpPr>
          <p:cNvPr id="13" name="Pentagon 3"/>
          <p:cNvSpPr/>
          <p:nvPr userDrawn="1"/>
        </p:nvSpPr>
        <p:spPr bwMode="white">
          <a:xfrm>
            <a:off x="1" y="0"/>
            <a:ext cx="5426920" cy="6858000"/>
          </a:xfrm>
          <a:prstGeom prst="homePlate">
            <a:avLst>
              <a:gd name="adj" fmla="val 12939"/>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006C67"/>
                </a:solidFill>
                <a:latin typeface="+mj-lt"/>
                <a:sym typeface="Trebuchet MS" panose="020B0603020202020204" pitchFamily="34" charset="0"/>
              </a:defRPr>
            </a:lvl1pPr>
          </a:lstStyle>
          <a:p>
            <a:r>
              <a:rPr lang="en-US" dirty="0"/>
              <a:t>Click to add title</a:t>
            </a:r>
          </a:p>
        </p:txBody>
      </p:sp>
      <p:pic>
        <p:nvPicPr>
          <p:cNvPr id="15" name="Picture 14"/>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25B81751-211A-4A75-A716-82FADBFB4D99}"/>
              </a:ext>
            </a:extLst>
          </p:cNvPr>
          <p:cNvPicPr>
            <a:picLocks noChangeAspect="1"/>
          </p:cNvPicPr>
          <p:nvPr userDrawn="1"/>
        </p:nvPicPr>
        <p:blipFill>
          <a:blip r:embed="rId6">
            <a:extLst>
              <a:ext uri="{BEBA8EAE-BF5A-486C-A8C5-ECC9F3942E4B}">
                <a14:imgProps xmlns:a14="http://schemas.microsoft.com/office/drawing/2010/main">
                  <a14:imgLayer r:embed="rId7">
                    <a14:imgEffect>
                      <a14:brightnessContrast bright="100000"/>
                    </a14:imgEffect>
                  </a14:imgLayer>
                </a14:imgProps>
              </a:ext>
            </a:extLst>
          </a:blip>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2009208218"/>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5426920" cy="6858000"/>
          </a:xfrm>
          <a:prstGeom prst="homePlate">
            <a:avLst>
              <a:gd name="adj" fmla="val 12939"/>
            </a:avLst>
          </a:prstGeom>
          <a:gradFill flip="none" rotWithShape="1">
            <a:gsLst>
              <a:gs pos="0">
                <a:srgbClr val="006C67"/>
              </a:gs>
              <a:gs pos="100000">
                <a:srgbClr val="004C48"/>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All rights reserved.</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pic>
        <p:nvPicPr>
          <p:cNvPr id="12" name="Picture 11">
            <a:extLst>
              <a:ext uri="{FF2B5EF4-FFF2-40B4-BE49-F238E27FC236}">
                <a16:creationId xmlns:a16="http://schemas.microsoft.com/office/drawing/2014/main" id="{23404D6E-BC3F-4EBF-A93E-775A18A93E04}"/>
              </a:ext>
            </a:extLst>
          </p:cNvPr>
          <p:cNvPicPr>
            <a:picLocks noChangeAspect="1"/>
          </p:cNvPicPr>
          <p:nvPr userDrawn="1"/>
        </p:nvPicPr>
        <p:blipFill>
          <a:blip r:embed="rId3"/>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2974192123"/>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flip="none" rotWithShape="1">
          <a:gsLst>
            <a:gs pos="0">
              <a:srgbClr val="006C67"/>
            </a:gs>
            <a:gs pos="100000">
              <a:srgbClr val="004C48"/>
            </a:gs>
          </a:gsLst>
          <a:lin ang="8100000" scaled="1"/>
          <a:tileRect/>
        </a:gra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37CFC39-1F1A-40CB-8E68-95512B79E373}"/>
              </a:ext>
            </a:extLst>
          </p:cNvPr>
          <p:cNvGraphicFramePr>
            <a:graphicFrameLocks noChangeAspect="1"/>
          </p:cNvGraphicFramePr>
          <p:nvPr userDrawn="1">
            <p:custDataLst>
              <p:tags r:id="rId1"/>
            </p:custDataLst>
            <p:extLst>
              <p:ext uri="{D42A27DB-BD31-4B8C-83A1-F6EECF244321}">
                <p14:modId xmlns:p14="http://schemas.microsoft.com/office/powerpoint/2010/main" val="23208221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3" imgH="363" progId="TCLayout.ActiveDocument.1">
                  <p:embed/>
                </p:oleObj>
              </mc:Choice>
              <mc:Fallback>
                <p:oleObj name="think-cell Slide" r:id="rId3" imgW="353" imgH="363"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2026.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Pentagon 8"/>
          <p:cNvSpPr/>
          <p:nvPr userDrawn="1"/>
        </p:nvSpPr>
        <p:spPr bwMode="white">
          <a:xfrm>
            <a:off x="0" y="0"/>
            <a:ext cx="6363546" cy="6858000"/>
          </a:xfrm>
          <a:prstGeom prst="homePlate">
            <a:avLst>
              <a:gd name="adj" fmla="val 12939"/>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431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200" b="0" i="0" u="none" kern="1200" spc="0">
                <a:solidFill>
                  <a:srgbClr val="006C67"/>
                </a:solidFill>
                <a:latin typeface="+mj-lt"/>
                <a:sym typeface="Trebuchet MS" panose="020B0603020202020204" pitchFamily="34" charset="0"/>
              </a:defRPr>
            </a:lvl1pPr>
          </a:lstStyle>
          <a:p>
            <a:pPr lvl="0"/>
            <a:r>
              <a:rPr lang="en-US" dirty="0"/>
              <a:t>Click to add title</a:t>
            </a:r>
          </a:p>
        </p:txBody>
      </p:sp>
      <p:pic>
        <p:nvPicPr>
          <p:cNvPr id="9" name="Picture 8"/>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ECDCBDC4-9C46-405C-81B9-B3314195054C}"/>
              </a:ext>
            </a:extLst>
          </p:cNvPr>
          <p:cNvPicPr>
            <a:picLocks noChangeAspect="1"/>
          </p:cNvPicPr>
          <p:nvPr userDrawn="1"/>
        </p:nvPicPr>
        <p:blipFill>
          <a:blip r:embed="rId6">
            <a:extLst>
              <a:ext uri="{BEBA8EAE-BF5A-486C-A8C5-ECC9F3942E4B}">
                <a14:imgProps xmlns:a14="http://schemas.microsoft.com/office/drawing/2010/main">
                  <a14:imgLayer r:embed="rId7">
                    <a14:imgEffect>
                      <a14:brightnessContrast bright="100000"/>
                    </a14:imgEffect>
                  </a14:imgLayer>
                </a14:imgProps>
              </a:ext>
            </a:extLst>
          </a:blip>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3692871760"/>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8475D4FB-6124-43A7-BF41-442B49BAC61C}"/>
              </a:ext>
            </a:extLst>
          </p:cNvPr>
          <p:cNvGraphicFramePr>
            <a:graphicFrameLocks noChangeAspect="1"/>
          </p:cNvGraphicFramePr>
          <p:nvPr userDrawn="1">
            <p:custDataLst>
              <p:tags r:id="rId1"/>
            </p:custDataLst>
            <p:extLst>
              <p:ext uri="{D42A27DB-BD31-4B8C-83A1-F6EECF244321}">
                <p14:modId xmlns:p14="http://schemas.microsoft.com/office/powerpoint/2010/main" val="27068048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3" imgH="363" progId="TCLayout.ActiveDocument.1">
                  <p:embed/>
                </p:oleObj>
              </mc:Choice>
              <mc:Fallback>
                <p:oleObj name="think-cell Slide" r:id="rId3" imgW="353" imgH="363"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Pentagon 8"/>
          <p:cNvSpPr/>
          <p:nvPr userDrawn="1"/>
        </p:nvSpPr>
        <p:spPr bwMode="white">
          <a:xfrm>
            <a:off x="0" y="0"/>
            <a:ext cx="6363546" cy="6858000"/>
          </a:xfrm>
          <a:prstGeom prst="homePlate">
            <a:avLst>
              <a:gd name="adj" fmla="val 12939"/>
            </a:avLst>
          </a:prstGeom>
          <a:gradFill flip="none" rotWithShape="1">
            <a:gsLst>
              <a:gs pos="0">
                <a:srgbClr val="006C67"/>
              </a:gs>
              <a:gs pos="100000">
                <a:srgbClr val="004C48"/>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431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2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All rights reserved.</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5">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pic>
        <p:nvPicPr>
          <p:cNvPr id="11" name="Picture 10">
            <a:extLst>
              <a:ext uri="{FF2B5EF4-FFF2-40B4-BE49-F238E27FC236}">
                <a16:creationId xmlns:a16="http://schemas.microsoft.com/office/drawing/2014/main" id="{5592425A-556C-4077-B191-B6F92D39BBE9}"/>
              </a:ext>
            </a:extLst>
          </p:cNvPr>
          <p:cNvPicPr>
            <a:picLocks noChangeAspect="1"/>
          </p:cNvPicPr>
          <p:nvPr userDrawn="1"/>
        </p:nvPicPr>
        <p:blipFill>
          <a:blip r:embed="rId6"/>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2438078681"/>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flip="none" rotWithShape="1">
          <a:gsLst>
            <a:gs pos="0">
              <a:srgbClr val="006C67"/>
            </a:gs>
            <a:gs pos="100000">
              <a:srgbClr val="004C48"/>
            </a:gs>
          </a:gsLst>
          <a:lin ang="8100000" scaled="1"/>
          <a:tileRect/>
        </a:gra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EF9B8016-6623-4592-9F10-5E490D5A7192}"/>
              </a:ext>
            </a:extLst>
          </p:cNvPr>
          <p:cNvGraphicFramePr>
            <a:graphicFrameLocks noChangeAspect="1"/>
          </p:cNvGraphicFramePr>
          <p:nvPr userDrawn="1">
            <p:custDataLst>
              <p:tags r:id="rId1"/>
            </p:custDataLst>
            <p:extLst>
              <p:ext uri="{D42A27DB-BD31-4B8C-83A1-F6EECF244321}">
                <p14:modId xmlns:p14="http://schemas.microsoft.com/office/powerpoint/2010/main" val="20232025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3" imgH="363" progId="TCLayout.ActiveDocument.1">
                  <p:embed/>
                </p:oleObj>
              </mc:Choice>
              <mc:Fallback>
                <p:oleObj name="think-cell Slide" r:id="rId3" imgW="353" imgH="363"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2026.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630000" y="622800"/>
            <a:ext cx="6256800" cy="4431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200" b="0" i="0" u="none" kern="1200" spc="0">
                <a:solidFill>
                  <a:srgbClr val="006C67"/>
                </a:solidFill>
                <a:latin typeface="+mj-lt"/>
                <a:sym typeface="Trebuchet MS" panose="020B0603020202020204" pitchFamily="34" charset="0"/>
              </a:defRPr>
            </a:lvl1pPr>
          </a:lstStyle>
          <a:p>
            <a:pPr lvl="0"/>
            <a:r>
              <a:rPr lang="en-US" dirty="0"/>
              <a:t>Click to add title</a:t>
            </a:r>
          </a:p>
        </p:txBody>
      </p:sp>
      <p:pic>
        <p:nvPicPr>
          <p:cNvPr id="16" name="Picture 15"/>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DA84957A-33AC-472A-9907-A3D837750B63}"/>
              </a:ext>
            </a:extLst>
          </p:cNvPr>
          <p:cNvPicPr>
            <a:picLocks noChangeAspect="1"/>
          </p:cNvPicPr>
          <p:nvPr userDrawn="1"/>
        </p:nvPicPr>
        <p:blipFill>
          <a:blip r:embed="rId6">
            <a:extLst>
              <a:ext uri="{BEBA8EAE-BF5A-486C-A8C5-ECC9F3942E4B}">
                <a14:imgProps xmlns:a14="http://schemas.microsoft.com/office/drawing/2010/main">
                  <a14:imgLayer r:embed="rId7">
                    <a14:imgEffect>
                      <a14:brightnessContrast bright="100000"/>
                    </a14:imgEffect>
                  </a14:imgLayer>
                </a14:imgProps>
              </a:ext>
            </a:extLst>
          </a:blip>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3800280186"/>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A5A3B72-6420-4577-9C1A-B5C88F6FD5EB}"/>
              </a:ext>
            </a:extLst>
          </p:cNvPr>
          <p:cNvGraphicFramePr>
            <a:graphicFrameLocks noChangeAspect="1"/>
          </p:cNvGraphicFramePr>
          <p:nvPr userDrawn="1">
            <p:custDataLst>
              <p:tags r:id="rId1"/>
            </p:custDataLst>
            <p:extLst>
              <p:ext uri="{D42A27DB-BD31-4B8C-83A1-F6EECF244321}">
                <p14:modId xmlns:p14="http://schemas.microsoft.com/office/powerpoint/2010/main" val="1704988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3" imgH="363" progId="TCLayout.ActiveDocument.1">
                  <p:embed/>
                </p:oleObj>
              </mc:Choice>
              <mc:Fallback>
                <p:oleObj name="think-cell Slide" r:id="rId3" imgW="353" imgH="363"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flip="none" rotWithShape="1">
            <a:gsLst>
              <a:gs pos="0">
                <a:srgbClr val="006C67"/>
              </a:gs>
              <a:gs pos="100000">
                <a:srgbClr val="004C48"/>
              </a:gs>
            </a:gsLst>
            <a:lin ang="810000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1" name="Title 3"/>
          <p:cNvSpPr>
            <a:spLocks noGrp="1"/>
          </p:cNvSpPr>
          <p:nvPr>
            <p:ph type="title" hasCustomPrompt="1"/>
          </p:nvPr>
        </p:nvSpPr>
        <p:spPr>
          <a:xfrm>
            <a:off x="630000" y="622800"/>
            <a:ext cx="6256800" cy="4431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2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All rights reserved.</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5">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pic>
        <p:nvPicPr>
          <p:cNvPr id="13" name="Picture 12">
            <a:extLst>
              <a:ext uri="{FF2B5EF4-FFF2-40B4-BE49-F238E27FC236}">
                <a16:creationId xmlns:a16="http://schemas.microsoft.com/office/drawing/2014/main" id="{BDFE96BB-511E-43C8-9F73-3DA5083D5C39}"/>
              </a:ext>
            </a:extLst>
          </p:cNvPr>
          <p:cNvPicPr>
            <a:picLocks noChangeAspect="1"/>
          </p:cNvPicPr>
          <p:nvPr userDrawn="1"/>
        </p:nvPicPr>
        <p:blipFill>
          <a:blip r:embed="rId6"/>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3369865758"/>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flip="none" rotWithShape="1">
          <a:gsLst>
            <a:gs pos="0">
              <a:srgbClr val="006C67"/>
            </a:gs>
            <a:gs pos="100000">
              <a:srgbClr val="004C48"/>
            </a:gs>
          </a:gsLst>
          <a:lin ang="8100000" scaled="1"/>
          <a:tileRect/>
        </a:gradFill>
        <a:effectLst/>
      </p:bgPr>
    </p:bg>
    <p:spTree>
      <p:nvGrpSpPr>
        <p:cNvPr id="1" name=""/>
        <p:cNvGrpSpPr/>
        <p:nvPr/>
      </p:nvGrpSpPr>
      <p:grpSpPr>
        <a:xfrm>
          <a:off x="0" y="0"/>
          <a:ext cx="0" cy="0"/>
          <a:chOff x="0" y="0"/>
          <a:chExt cx="0" cy="0"/>
        </a:xfrm>
      </p:grpSpPr>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2026. All rights reserved.</a:t>
            </a:r>
            <a:endParaRPr lang="en-US" sz="700" dirty="0">
              <a:solidFill>
                <a:schemeClr val="bg1"/>
              </a:solidFill>
              <a:latin typeface="+mn-lt"/>
              <a:sym typeface="Trebuchet MS" panose="020B0603020202020204" pitchFamily="34" charset="0"/>
            </a:endParaRP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pic>
        <p:nvPicPr>
          <p:cNvPr id="10" name="Picture 9">
            <a:extLst>
              <a:ext uri="{FF2B5EF4-FFF2-40B4-BE49-F238E27FC236}">
                <a16:creationId xmlns:a16="http://schemas.microsoft.com/office/drawing/2014/main" id="{FA018EBE-CE8A-4700-BDFA-59B70B34E4D8}"/>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270558041"/>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rgbClr val="F2F2F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rgbClr val="009A93"/>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rgbClr val="009A93"/>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3379662676"/>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rgbClr val="003A37"/>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8426197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rgbClr val="006C67"/>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pic>
        <p:nvPicPr>
          <p:cNvPr id="9" name="Picture 8">
            <a:extLst>
              <a:ext uri="{FF2B5EF4-FFF2-40B4-BE49-F238E27FC236}">
                <a16:creationId xmlns:a16="http://schemas.microsoft.com/office/drawing/2014/main" id="{5E94D188-FB92-4A18-BBF4-451A4FB7822A}"/>
              </a:ext>
            </a:extLst>
          </p:cNvPr>
          <p:cNvPicPr>
            <a:picLocks noChangeAspect="1"/>
          </p:cNvPicPr>
          <p:nvPr userDrawn="1"/>
        </p:nvPicPr>
        <p:blipFill>
          <a:blip r:embed="rId6">
            <a:extLst>
              <a:ext uri="{BEBA8EAE-BF5A-486C-A8C5-ECC9F3942E4B}">
                <a14:imgProps xmlns:a14="http://schemas.microsoft.com/office/drawing/2010/main">
                  <a14:imgLayer r:embed="rId7">
                    <a14:imgEffect>
                      <a14:brightnessContrast bright="100000"/>
                    </a14:imgEffect>
                  </a14:imgLayer>
                </a14:imgProps>
              </a:ext>
            </a:extLst>
          </a:blip>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1202179220"/>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rgbClr val="2C2C2C"/>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C4F32A67-6656-4CAE-9EC3-AD08DD524CEE}"/>
              </a:ext>
            </a:extLst>
          </p:cNvPr>
          <p:cNvGraphicFramePr>
            <a:graphicFrameLocks noChangeAspect="1"/>
          </p:cNvGraphicFramePr>
          <p:nvPr userDrawn="1">
            <p:custDataLst>
              <p:tags r:id="rId1"/>
            </p:custDataLst>
            <p:extLst>
              <p:ext uri="{D42A27DB-BD31-4B8C-83A1-F6EECF244321}">
                <p14:modId xmlns:p14="http://schemas.microsoft.com/office/powerpoint/2010/main" val="24654923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3" imgH="363" progId="TCLayout.ActiveDocument.1">
                  <p:embed/>
                </p:oleObj>
              </mc:Choice>
              <mc:Fallback>
                <p:oleObj name="think-cell Slide" r:id="rId3" imgW="353" imgH="363"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2026. All rights reserved.</a:t>
            </a:r>
            <a:endParaRPr lang="en-US" sz="700" dirty="0">
              <a:solidFill>
                <a:schemeClr val="bg1"/>
              </a:solidFill>
              <a:latin typeface="+mn-lt"/>
              <a:sym typeface="Trebuchet MS" panose="020B0603020202020204" pitchFamily="34" charset="0"/>
            </a:endParaRPr>
          </a:p>
        </p:txBody>
      </p:sp>
      <p:sp>
        <p:nvSpPr>
          <p:cNvPr id="4" name="Title 3"/>
          <p:cNvSpPr>
            <a:spLocks noGrp="1"/>
          </p:cNvSpPr>
          <p:nvPr>
            <p:ph type="title" hasCustomPrompt="1"/>
          </p:nvPr>
        </p:nvSpPr>
        <p:spPr>
          <a:xfrm>
            <a:off x="630000" y="622800"/>
            <a:ext cx="10933200" cy="443198"/>
          </a:xfrm>
        </p:spPr>
        <p:txBody>
          <a:bodyPr vert="horz"/>
          <a:lstStyle>
            <a:lvl1pPr>
              <a:defRPr sz="3200">
                <a:solidFill>
                  <a:schemeClr val="bg1"/>
                </a:solidFill>
                <a:latin typeface="+mj-lt"/>
                <a:sym typeface="Trebuchet MS" panose="020B0603020202020204" pitchFamily="34" charset="0"/>
              </a:defRPr>
            </a:lvl1pPr>
          </a:lstStyle>
          <a:p>
            <a:r>
              <a:rPr lang="en-US" dirty="0"/>
              <a:t>Click to add title</a:t>
            </a:r>
          </a:p>
        </p:txBody>
      </p:sp>
      <p:pic>
        <p:nvPicPr>
          <p:cNvPr id="8" name="Picture 7">
            <a:extLst>
              <a:ext uri="{FF2B5EF4-FFF2-40B4-BE49-F238E27FC236}">
                <a16:creationId xmlns:a16="http://schemas.microsoft.com/office/drawing/2014/main" id="{C4608FE9-1DEE-4270-83F6-942D2EBB1240}"/>
              </a:ext>
            </a:extLst>
          </p:cNvPr>
          <p:cNvPicPr>
            <a:picLocks noChangeAspect="1"/>
          </p:cNvPicPr>
          <p:nvPr userDrawn="1"/>
        </p:nvPicPr>
        <p:blipFill>
          <a:blip r:embed="rId5">
            <a:extLst>
              <a:ext uri="{BEBA8EAE-BF5A-486C-A8C5-ECC9F3942E4B}">
                <a14:imgProps xmlns:a14="http://schemas.microsoft.com/office/drawing/2010/main">
                  <a14:imgLayer r:embed="rId6">
                    <a14:imgEffect>
                      <a14:brightnessContrast bright="100000"/>
                    </a14:imgEffect>
                  </a14:imgLayer>
                </a14:imgProps>
              </a:ext>
            </a:extLst>
          </a:blip>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1830073930"/>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2F2F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014252063"/>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flip="none" rotWithShape="1">
          <a:gsLst>
            <a:gs pos="0">
              <a:srgbClr val="006C67"/>
            </a:gs>
            <a:gs pos="100000">
              <a:srgbClr val="004C48"/>
            </a:gs>
          </a:gsLst>
          <a:lin ang="8100000" scaled="1"/>
          <a:tileRect/>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2026. All rights reserved.</a:t>
            </a:r>
            <a:endParaRPr lang="en-US" sz="700" dirty="0">
              <a:solidFill>
                <a:schemeClr val="bg1"/>
              </a:solidFill>
              <a:latin typeface="+mn-lt"/>
              <a:sym typeface="Trebuchet MS" panose="020B0603020202020204" pitchFamily="34" charset="0"/>
            </a:endParaRPr>
          </a:p>
        </p:txBody>
      </p:sp>
      <p:pic>
        <p:nvPicPr>
          <p:cNvPr id="8" name="Picture 7">
            <a:extLst>
              <a:ext uri="{FF2B5EF4-FFF2-40B4-BE49-F238E27FC236}">
                <a16:creationId xmlns:a16="http://schemas.microsoft.com/office/drawing/2014/main" id="{EBDC772E-A6E2-42EE-B83E-3F96C1D13600}"/>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2902310996"/>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isclaimer">
    <p:bg>
      <p:bgPr>
        <a:solidFill>
          <a:srgbClr val="F2F2F2"/>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0"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All rights reserved.</a:t>
            </a:r>
            <a:endParaRPr lang="en-US" sz="700" dirty="0">
              <a:solidFill>
                <a:schemeClr val="bg1">
                  <a:lumMod val="50000"/>
                </a:schemeClr>
              </a:solidFill>
              <a:latin typeface="+mn-lt"/>
              <a:sym typeface="Trebuchet MS" panose="020B0603020202020204" pitchFamily="34" charset="0"/>
            </a:endParaRPr>
          </a:p>
        </p:txBody>
      </p:sp>
      <p:sp>
        <p:nvSpPr>
          <p:cNvPr id="5" name="Title 6">
            <a:extLst>
              <a:ext uri="{FF2B5EF4-FFF2-40B4-BE49-F238E27FC236}">
                <a16:creationId xmlns:a16="http://schemas.microsoft.com/office/drawing/2014/main" id="{FC99A697-D4DB-4CE9-974A-3E9A1227C196}"/>
              </a:ext>
            </a:extLst>
          </p:cNvPr>
          <p:cNvSpPr txBox="1">
            <a:spLocks/>
          </p:cNvSpPr>
          <p:nvPr userDrawn="1"/>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sp>
        <p:nvSpPr>
          <p:cNvPr id="6" name="Rectangle 5">
            <a:extLst>
              <a:ext uri="{FF2B5EF4-FFF2-40B4-BE49-F238E27FC236}">
                <a16:creationId xmlns:a16="http://schemas.microsoft.com/office/drawing/2014/main" id="{1898B8EE-3056-49FA-B9F1-E27E793040F8}"/>
              </a:ext>
            </a:extLst>
          </p:cNvPr>
          <p:cNvSpPr/>
          <p:nvPr userDrawn="1"/>
        </p:nvSpPr>
        <p:spPr>
          <a:xfrm>
            <a:off x="5021826" y="1387258"/>
            <a:ext cx="6209072" cy="3877985"/>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Disclaimer &amp; Non-reliance </a:t>
            </a:r>
          </a:p>
          <a:p>
            <a:pPr indent="0">
              <a:lnSpc>
                <a:spcPct val="100000"/>
              </a:lnSpc>
            </a:pPr>
            <a:endParaRPr lang="en-US" sz="900" b="0" dirty="0">
              <a:latin typeface="+mn-lt"/>
              <a:sym typeface="Trebuchet MS" panose="020B0603020202020204" pitchFamily="34" charset="0"/>
            </a:endParaRPr>
          </a:p>
          <a:p>
            <a:pPr indent="0">
              <a:lnSpc>
                <a:spcPct val="100000"/>
              </a:lnSpc>
            </a:pPr>
            <a:r>
              <a:rPr lang="en-US" sz="900" b="0" dirty="0">
                <a:latin typeface="+mn-lt"/>
                <a:sym typeface="Trebuchet MS" panose="020B0603020202020204" pitchFamily="34" charset="0"/>
              </a:rPr>
              <a:t>The services and materials provided by the issuer of the report are subject to the issuer of the report's Standard Terms and Conditions (a copy of which is available upon request) or such other agreement as may have been previously executed by the issuer of the report.  The issuer of the report does not provide legal, accounting, or tax advice.  Client is responsible for obtaining independent advice concerning these matters, which advice may affect the guidance given by the issuer of the report.  Further, the issuer of the report has made no undertaking to update these materials after the date hereof notwithstanding that such information may become outdated or inaccurate.</a:t>
            </a:r>
          </a:p>
          <a:p>
            <a:pPr indent="0">
              <a:lnSpc>
                <a:spcPct val="100000"/>
              </a:lnSpc>
            </a:pPr>
            <a:endParaRPr lang="en-US" sz="900" b="0" dirty="0">
              <a:latin typeface="+mn-lt"/>
              <a:sym typeface="Trebuchet MS" panose="020B0603020202020204" pitchFamily="34" charset="0"/>
            </a:endParaRPr>
          </a:p>
          <a:p>
            <a:pPr indent="0">
              <a:lnSpc>
                <a:spcPct val="100000"/>
              </a:lnSpc>
            </a:pPr>
            <a:r>
              <a:rPr lang="en-US" sz="900" b="0" dirty="0">
                <a:latin typeface="+mn-lt"/>
                <a:sym typeface="Trebuchet MS" panose="020B0603020202020204" pitchFamily="34" charset="0"/>
              </a:rPr>
              <a:t>The material contained in this presentation are designed for the sole use by the Board of Directors or senior management of the Client and solely for the limited purposes described in the proposal.  The materials shall not be copied, disclosed or given to any person or entity other than the Client (“Third-Parties”) without the prior written consent being provided.  These materials serve only as the focus for discussion and are incomplete without the accompanying oral commentary and may not be relied on as a stand-alone document.  Further, Third-Parties may not, and it is unreasonable for any Third-Party to, rely on these materials for any purpose whatsoever.  To the fullest extent permitted by law (and except to the extent otherwise agreed in a signed writing the issuer of this report), issuer of this report shall have no liability whatsoever to any Third-Party, and any Third-Party hereby waives any rights and claims it may, have at any time against the issuer of this report with regard to the services, this presentation or other materials, including the accuracy or completeness thereof.  Receipt and review 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indent="0">
              <a:lnSpc>
                <a:spcPct val="100000"/>
              </a:lnSpc>
            </a:pPr>
            <a:r>
              <a:rPr lang="en-US" sz="900" b="0" dirty="0">
                <a:latin typeface="+mn-lt"/>
                <a:sym typeface="Trebuchet MS" panose="020B0603020202020204" pitchFamily="34" charset="0"/>
              </a:rPr>
              <a:t>The issuer of this report does not provide fairness opinions or valuations of market transactions and these materials should not be relied on or construed as such.  Further, the financial evaluations, projected market and financial information, and conclusions contained in these materials are based upon standard valuation methodologies, are not definitive forecasts, and are not guaranteed by the issuer of the report. Issuer of the report has used public and/or confidential data and assumptions provided to it by the Client which the issuer of the report has not independently verified the data and assumptions used in these analyses. Changes in the underlying data or operating assumptions will clearly impact the analyses and conclusions.</a:t>
            </a:r>
          </a:p>
        </p:txBody>
      </p:sp>
      <p:cxnSp>
        <p:nvCxnSpPr>
          <p:cNvPr id="7" name="Straight Connector 6">
            <a:extLst>
              <a:ext uri="{FF2B5EF4-FFF2-40B4-BE49-F238E27FC236}">
                <a16:creationId xmlns:a16="http://schemas.microsoft.com/office/drawing/2014/main" id="{E94E7F9E-A661-4CD0-8175-DC2FB22F7461}"/>
              </a:ext>
            </a:extLst>
          </p:cNvPr>
          <p:cNvCxnSpPr/>
          <p:nvPr userDrawn="1"/>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4906963"/>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94101561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84" imgH="384" progId="TCLayout.ActiveDocument.1">
                  <p:embed/>
                </p:oleObj>
              </mc:Choice>
              <mc:Fallback>
                <p:oleObj name="think-cell Slide" r:id="rId3" imgW="384" imgH="38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5" cstate="email">
            <a:extLst>
              <a:ext uri="{28A0092B-C50C-407E-A947-70E740481C1C}">
                <a14:useLocalDpi xmlns:a14="http://schemas.microsoft.com/office/drawing/2010/main"/>
              </a:ext>
            </a:extLst>
          </a:blip>
          <a:srcRect r="1844"/>
          <a:stretch/>
        </p:blipFill>
        <p:spPr>
          <a:xfrm>
            <a:off x="2003977" y="561096"/>
            <a:ext cx="10178295" cy="6234890"/>
          </a:xfrm>
          <a:prstGeom prst="rect">
            <a:avLst/>
          </a:prstGeom>
        </p:spPr>
      </p:pic>
      <p:sp>
        <p:nvSpPr>
          <p:cNvPr id="3" name="Rectangle 2"/>
          <p:cNvSpPr/>
          <p:nvPr userDrawn="1"/>
        </p:nvSpPr>
        <p:spPr>
          <a:xfrm>
            <a:off x="667408" y="1659004"/>
            <a:ext cx="7344478" cy="1638300"/>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006C67"/>
                </a:solidFill>
              </a14:hiddenFill>
            </a:ex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noAutofit/>
          </a:bodyPr>
          <a:lstStyle/>
          <a:p>
            <a:pPr algn="l" defTabSz="914400" rtl="0" eaLnBrk="1" latinLnBrk="0" hangingPunct="1">
              <a:lnSpc>
                <a:spcPct val="90000"/>
              </a:lnSpc>
              <a:spcBef>
                <a:spcPct val="0"/>
              </a:spcBef>
              <a:buNone/>
            </a:pPr>
            <a:r>
              <a:rPr lang="en-US" sz="5400" kern="1200" dirty="0">
                <a:solidFill>
                  <a:srgbClr val="006C67"/>
                </a:solidFill>
                <a:latin typeface="+mj-lt"/>
                <a:ea typeface="+mj-ea"/>
                <a:cs typeface="+mj-cs"/>
                <a:sym typeface="+mj-lt"/>
              </a:rPr>
              <a:t>Thank you</a:t>
            </a:r>
          </a:p>
        </p:txBody>
      </p:sp>
      <p:pic>
        <p:nvPicPr>
          <p:cNvPr id="14" name="Picture 13"/>
          <p:cNvPicPr>
            <a:picLocks noChangeAspect="1"/>
          </p:cNvPicPr>
          <p:nvPr userDrawn="1"/>
        </p:nvPicPr>
        <p:blipFill rotWithShape="1">
          <a:blip r:embed="rId6"/>
          <a:srcRect/>
          <a:stretch/>
        </p:blipFill>
        <p:spPr>
          <a:xfrm>
            <a:off x="562633" y="3343543"/>
            <a:ext cx="7260614" cy="71407"/>
          </a:xfrm>
          <a:prstGeom prst="rect">
            <a:avLst/>
          </a:prstGeom>
        </p:spPr>
      </p:pic>
      <p:pic>
        <p:nvPicPr>
          <p:cNvPr id="16" name="Picture 15"/>
          <p:cNvPicPr>
            <a:picLocks noChangeAspect="1"/>
          </p:cNvPicPr>
          <p:nvPr userDrawn="1"/>
        </p:nvPicPr>
        <p:blipFill rotWithShape="1">
          <a:blip r:embed="rId7" cstate="email">
            <a:extLst>
              <a:ext uri="{28A0092B-C50C-407E-A947-70E740481C1C}">
                <a14:useLocalDpi xmlns:a14="http://schemas.microsoft.com/office/drawing/2010/main"/>
              </a:ext>
            </a:extLst>
          </a:blip>
          <a:srcRect/>
          <a:stretch/>
        </p:blipFill>
        <p:spPr>
          <a:xfrm>
            <a:off x="0" y="6668392"/>
            <a:ext cx="12192000" cy="252811"/>
          </a:xfrm>
          <a:prstGeom prst="rect">
            <a:avLst/>
          </a:prstGeom>
        </p:spPr>
      </p:pic>
      <p:pic>
        <p:nvPicPr>
          <p:cNvPr id="17" name="Picture 16"/>
          <p:cNvPicPr>
            <a:picLocks noChangeAspect="1"/>
          </p:cNvPicPr>
          <p:nvPr userDrawn="1"/>
        </p:nvPicPr>
        <p:blipFill rotWithShape="1">
          <a:blip r:embed="rId7" cstate="email">
            <a:extLst>
              <a:ext uri="{28A0092B-C50C-407E-A947-70E740481C1C}">
                <a14:useLocalDpi xmlns:a14="http://schemas.microsoft.com/office/drawing/2010/main"/>
              </a:ext>
            </a:extLst>
          </a:blip>
          <a:srcRect/>
          <a:stretch/>
        </p:blipFill>
        <p:spPr>
          <a:xfrm>
            <a:off x="0" y="0"/>
            <a:ext cx="12192000" cy="252811"/>
          </a:xfrm>
          <a:prstGeom prst="rect">
            <a:avLst/>
          </a:prstGeom>
        </p:spPr>
      </p:pic>
      <p:pic>
        <p:nvPicPr>
          <p:cNvPr id="9" name="Graphic 8">
            <a:extLst>
              <a:ext uri="{FF2B5EF4-FFF2-40B4-BE49-F238E27FC236}">
                <a16:creationId xmlns:a16="http://schemas.microsoft.com/office/drawing/2014/main" id="{0875E17A-EBA8-45DB-B0D7-60C4290199CF}"/>
              </a:ext>
            </a:extLst>
          </p:cNvPr>
          <p:cNvPicPr>
            <a:picLocks noChangeAspect="1"/>
          </p:cNvPicPr>
          <p:nvPr userDrawn="1"/>
        </p:nvPicPr>
        <p:blipFill>
          <a:blip r:embed="momahLogoFallback">
            <a:extLst>
              <a:ext uri="{96DAC541-7B7A-43D3-8B79-37D633B846F1}">
                <asvg:svgBlip xmlns:asvg="http://schemas.microsoft.com/office/drawing/2016/SVG/main" r:embed="rId8"/>
              </a:ext>
            </a:extLst>
          </a:blip>
          <a:stretch>
            <a:fillRect/>
          </a:stretch>
        </p:blipFill>
        <p:spPr>
          <a:xfrm>
            <a:off x="7526215" y="399621"/>
            <a:ext cx="4248151" cy="1246419"/>
          </a:xfrm>
          <a:prstGeom prst="rect">
            <a:avLst/>
          </a:prstGeom>
        </p:spPr>
      </p:pic>
    </p:spTree>
    <p:extLst>
      <p:ext uri="{BB962C8B-B14F-4D97-AF65-F5344CB8AC3E}">
        <p14:creationId xmlns:p14="http://schemas.microsoft.com/office/powerpoint/2010/main" val="3661247507"/>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3"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695993763"/>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5996649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84" imgH="384" progId="TCLayout.ActiveDocument.1">
                  <p:embed/>
                </p:oleObj>
              </mc:Choice>
              <mc:Fallback>
                <p:oleObj name="think-cell Slide" r:id="rId4" imgW="384" imgH="384"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pic>
        <p:nvPicPr>
          <p:cNvPr id="16" name="Picture 15"/>
          <p:cNvPicPr>
            <a:picLocks noChangeAspect="1"/>
          </p:cNvPicPr>
          <p:nvPr userDrawn="1"/>
        </p:nvPicPr>
        <p:blipFill rotWithShape="1">
          <a:blip r:embed="rId6" cstate="email">
            <a:extLst>
              <a:ext uri="{28A0092B-C50C-407E-A947-70E740481C1C}">
                <a14:useLocalDpi xmlns:a14="http://schemas.microsoft.com/office/drawing/2010/main"/>
              </a:ext>
            </a:extLst>
          </a:blip>
          <a:srcRect r="1844"/>
          <a:stretch/>
        </p:blipFill>
        <p:spPr>
          <a:xfrm>
            <a:off x="2003977" y="561096"/>
            <a:ext cx="10178295" cy="6234890"/>
          </a:xfrm>
          <a:prstGeom prst="rect">
            <a:avLst/>
          </a:prstGeom>
        </p:spPr>
      </p:pic>
      <p:sp>
        <p:nvSpPr>
          <p:cNvPr id="17" name="Title 5"/>
          <p:cNvSpPr>
            <a:spLocks noGrp="1"/>
          </p:cNvSpPr>
          <p:nvPr>
            <p:ph type="ctrTitle"/>
          </p:nvPr>
        </p:nvSpPr>
        <p:spPr>
          <a:xfrm>
            <a:off x="667408" y="1659004"/>
            <a:ext cx="7344478" cy="1638300"/>
          </a:xfrm>
        </p:spPr>
        <p:txBody>
          <a:bodyPr vert="horz" lIns="0" tIns="0" rIns="0" bIns="0" anchor="b">
            <a:normAutofit/>
          </a:bodyPr>
          <a:lstStyle>
            <a:lvl1pPr algn="l">
              <a:defRPr sz="5400">
                <a:solidFill>
                  <a:srgbClr val="006C67"/>
                </a:solidFill>
                <a:latin typeface="+mj-lt"/>
                <a:ea typeface="+mj-ea"/>
                <a:cs typeface="+mj-cs"/>
                <a:sym typeface="+mj-lt"/>
              </a:defRPr>
            </a:lvl1pPr>
          </a:lstStyle>
          <a:p>
            <a:r>
              <a:rPr lang="en-US" dirty="0"/>
              <a:t>Click to edit Master title style</a:t>
            </a:r>
          </a:p>
        </p:txBody>
      </p:sp>
      <p:sp>
        <p:nvSpPr>
          <p:cNvPr id="19" name="Text Placeholder 7"/>
          <p:cNvSpPr>
            <a:spLocks noGrp="1"/>
          </p:cNvSpPr>
          <p:nvPr>
            <p:ph type="body" sz="quarter" idx="10" hasCustomPrompt="1"/>
          </p:nvPr>
        </p:nvSpPr>
        <p:spPr>
          <a:xfrm>
            <a:off x="667407" y="3461188"/>
            <a:ext cx="7344478" cy="662940"/>
          </a:xfrm>
        </p:spPr>
        <p:txBody>
          <a:bodyPr lIns="0" tIns="0" rIns="0" bIns="0">
            <a:normAutofit/>
          </a:bodyPr>
          <a:lstStyle>
            <a:lvl1pPr marL="0" indent="0">
              <a:buNone/>
              <a:defRPr sz="2400">
                <a:solidFill>
                  <a:schemeClr val="tx1"/>
                </a:solidFill>
                <a:latin typeface="+mn-lt"/>
                <a:ea typeface="+mn-ea"/>
                <a:cs typeface="+mn-cs"/>
                <a:sym typeface="+mn-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subtitle style</a:t>
            </a:r>
          </a:p>
        </p:txBody>
      </p:sp>
      <p:sp>
        <p:nvSpPr>
          <p:cNvPr id="23" name="Text Placeholder 2"/>
          <p:cNvSpPr>
            <a:spLocks noGrp="1"/>
          </p:cNvSpPr>
          <p:nvPr>
            <p:ph type="body" sz="quarter" idx="11" hasCustomPrompt="1"/>
          </p:nvPr>
        </p:nvSpPr>
        <p:spPr>
          <a:xfrm>
            <a:off x="667407" y="4198448"/>
            <a:ext cx="7344478" cy="251460"/>
          </a:xfrm>
        </p:spPr>
        <p:txBody>
          <a:bodyPr anchor="ctr"/>
          <a:lstStyle>
            <a:lvl1pPr>
              <a:defRPr sz="1600" cap="all" baseline="0">
                <a:solidFill>
                  <a:srgbClr val="7F7F7F"/>
                </a:solidFill>
              </a:defRPr>
            </a:lvl1pPr>
          </a:lstStyle>
          <a:p>
            <a:pPr lvl="0"/>
            <a:r>
              <a:rPr lang="en-US" dirty="0"/>
              <a:t>Click to edit date/place</a:t>
            </a:r>
          </a:p>
        </p:txBody>
      </p:sp>
      <p:pic>
        <p:nvPicPr>
          <p:cNvPr id="24" name="Picture 23"/>
          <p:cNvPicPr>
            <a:picLocks noChangeAspect="1"/>
          </p:cNvPicPr>
          <p:nvPr userDrawn="1"/>
        </p:nvPicPr>
        <p:blipFill rotWithShape="1">
          <a:blip r:embed="rId7"/>
          <a:srcRect/>
          <a:stretch/>
        </p:blipFill>
        <p:spPr>
          <a:xfrm>
            <a:off x="562633" y="3343543"/>
            <a:ext cx="7260614" cy="71407"/>
          </a:xfrm>
          <a:prstGeom prst="rect">
            <a:avLst/>
          </a:prstGeom>
        </p:spPr>
      </p:pic>
      <p:pic>
        <p:nvPicPr>
          <p:cNvPr id="25" name="Picture 24"/>
          <p:cNvPicPr>
            <a:picLocks noChangeAspect="1"/>
          </p:cNvPicPr>
          <p:nvPr userDrawn="1"/>
        </p:nvPicPr>
        <p:blipFill rotWithShape="1">
          <a:blip r:embed="rId8" cstate="email">
            <a:extLst>
              <a:ext uri="{28A0092B-C50C-407E-A947-70E740481C1C}">
                <a14:useLocalDpi xmlns:a14="http://schemas.microsoft.com/office/drawing/2010/main"/>
              </a:ext>
            </a:extLst>
          </a:blip>
          <a:srcRect/>
          <a:stretch/>
        </p:blipFill>
        <p:spPr>
          <a:xfrm>
            <a:off x="0" y="6668392"/>
            <a:ext cx="12192000" cy="252811"/>
          </a:xfrm>
          <a:prstGeom prst="rect">
            <a:avLst/>
          </a:prstGeom>
        </p:spPr>
      </p:pic>
      <p:pic>
        <p:nvPicPr>
          <p:cNvPr id="28" name="Picture 27"/>
          <p:cNvPicPr>
            <a:picLocks noChangeAspect="1"/>
          </p:cNvPicPr>
          <p:nvPr userDrawn="1"/>
        </p:nvPicPr>
        <p:blipFill rotWithShape="1">
          <a:blip r:embed="rId8" cstate="email">
            <a:extLst>
              <a:ext uri="{28A0092B-C50C-407E-A947-70E740481C1C}">
                <a14:useLocalDpi xmlns:a14="http://schemas.microsoft.com/office/drawing/2010/main"/>
              </a:ext>
            </a:extLst>
          </a:blip>
          <a:srcRect/>
          <a:stretch/>
        </p:blipFill>
        <p:spPr>
          <a:xfrm>
            <a:off x="0" y="0"/>
            <a:ext cx="12192000" cy="252811"/>
          </a:xfrm>
          <a:prstGeom prst="rect">
            <a:avLst/>
          </a:prstGeom>
        </p:spPr>
      </p:pic>
      <p:pic>
        <p:nvPicPr>
          <p:cNvPr id="12" name="Graphic 11">
            <a:extLst>
              <a:ext uri="{FF2B5EF4-FFF2-40B4-BE49-F238E27FC236}">
                <a16:creationId xmlns:a16="http://schemas.microsoft.com/office/drawing/2014/main" id="{E5DB6A6D-0DD1-4546-860A-F4108A3FCA24}"/>
              </a:ext>
            </a:extLst>
          </p:cNvPr>
          <p:cNvPicPr>
            <a:picLocks noChangeAspect="1"/>
          </p:cNvPicPr>
          <p:nvPr userDrawn="1"/>
        </p:nvPicPr>
        <p:blipFill>
          <a:blip r:embed="momahLogoFallback">
            <a:extLst>
              <a:ext uri="{96DAC541-7B7A-43D3-8B79-37D633B846F1}">
                <asvg:svgBlip xmlns:asvg="http://schemas.microsoft.com/office/drawing/2016/SVG/main" r:embed="rId9"/>
              </a:ext>
            </a:extLst>
          </a:blip>
          <a:stretch>
            <a:fillRect/>
          </a:stretch>
        </p:blipFill>
        <p:spPr>
          <a:xfrm>
            <a:off x="7526215" y="399621"/>
            <a:ext cx="4248151" cy="1246419"/>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734757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7"/>
          <p:cNvSpPr>
            <a:spLocks noGrp="1"/>
          </p:cNvSpPr>
          <p:nvPr>
            <p:ph type="title" hasCustomPrompt="1"/>
          </p:nvPr>
        </p:nvSpPr>
        <p:spPr>
          <a:xfrm>
            <a:off x="630000" y="622800"/>
            <a:ext cx="10933350" cy="332399"/>
          </a:xfrm>
        </p:spPr>
        <p:txBody>
          <a:bodyPr vert="horz"/>
          <a:lstStyle>
            <a:lvl1pPr>
              <a:defRPr>
                <a:solidFill>
                  <a:srgbClr val="006C67"/>
                </a:solidFill>
                <a:latin typeface="+mj-lt"/>
                <a:sym typeface="Trebuchet MS" panose="020B0603020202020204" pitchFamily="34" charset="0"/>
              </a:defRPr>
            </a:lvl1pPr>
          </a:lstStyle>
          <a:p>
            <a:r>
              <a:rPr lang="en-US" dirty="0"/>
              <a:t>Click to add title</a:t>
            </a:r>
          </a:p>
        </p:txBody>
      </p:sp>
      <p:pic>
        <p:nvPicPr>
          <p:cNvPr id="11" name="PP Templet-09.jpg" descr="PP Templet-09.jpg"/>
          <p:cNvPicPr>
            <a:picLocks noChangeAspect="1"/>
          </p:cNvPicPr>
          <p:nvPr userDrawn="1"/>
        </p:nvPicPr>
        <p:blipFill rotWithShape="1">
          <a:blip r:embed="rId5"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flipH="1">
            <a:off x="11691954" y="652176"/>
            <a:ext cx="335360" cy="6148270"/>
          </a:xfrm>
          <a:prstGeom prst="rect">
            <a:avLst/>
          </a:prstGeom>
          <a:ln w="12700">
            <a:miter lim="400000"/>
          </a:ln>
        </p:spPr>
      </p:pic>
    </p:spTree>
    <p:extLst>
      <p:ext uri="{BB962C8B-B14F-4D97-AF65-F5344CB8AC3E}">
        <p14:creationId xmlns:p14="http://schemas.microsoft.com/office/powerpoint/2010/main" val="2220698565"/>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extLst>
    <p:ext uri="{DCECCB84-F9BA-43D5-87BE-67443E8EF086}">
      <p15:sldGuideLst xmlns:p15="http://schemas.microsoft.com/office/powerpoint/2012/main">
        <p15:guide id="1" orient="horz" pos="432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a:lstStyle>
            <a:lvl1pPr>
              <a:defRPr>
                <a:solidFill>
                  <a:srgbClr val="006C67"/>
                </a:solidFill>
              </a:defRPr>
            </a:lvl1pPr>
          </a:lstStyle>
          <a:p>
            <a:r>
              <a:rPr lang="en-US" dirty="0"/>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629400" y="2085628"/>
            <a:ext cx="10933950" cy="407297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All rights reserved.</a:t>
            </a:r>
            <a:endParaRPr lang="en-US" sz="700" dirty="0">
              <a:solidFill>
                <a:schemeClr val="bg1">
                  <a:lumMod val="50000"/>
                </a:schemeClr>
              </a:solidFill>
              <a:latin typeface="+mn-lt"/>
              <a:sym typeface="Trebuchet MS" panose="020B0603020202020204" pitchFamily="34" charset="0"/>
            </a:endParaRPr>
          </a:p>
        </p:txBody>
      </p:sp>
      <p:pic>
        <p:nvPicPr>
          <p:cNvPr id="7" name="PP Templet-09.jpg" descr="PP Templet-09.jpg"/>
          <p:cNvPicPr>
            <a:picLocks noChangeAspect="1"/>
          </p:cNvPicPr>
          <p:nvPr userDrawn="1"/>
        </p:nvPicPr>
        <p:blipFill rotWithShape="1">
          <a:blip r:embed="rId2"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flipH="1">
            <a:off x="11691954" y="652176"/>
            <a:ext cx="335360" cy="6148270"/>
          </a:xfrm>
          <a:prstGeom prst="rect">
            <a:avLst/>
          </a:prstGeom>
          <a:ln w="12700">
            <a:miter lim="400000"/>
          </a:ln>
        </p:spPr>
      </p:pic>
    </p:spTree>
    <p:extLst>
      <p:ext uri="{BB962C8B-B14F-4D97-AF65-F5344CB8AC3E}">
        <p14:creationId xmlns:p14="http://schemas.microsoft.com/office/powerpoint/2010/main" val="404340021"/>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rgbClr val="FFFFFF"/>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All rights reserved.</a:t>
            </a:r>
            <a:endParaRPr lang="en-US" sz="700" dirty="0">
              <a:solidFill>
                <a:schemeClr val="bg1">
                  <a:lumMod val="50000"/>
                </a:schemeClr>
              </a:solidFill>
              <a:latin typeface="+mn-lt"/>
              <a:sym typeface="Trebuchet MS" panose="020B0603020202020204" pitchFamily="34" charset="0"/>
            </a:endParaRP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rgbClr val="006C67"/>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rgbClr val="006C67"/>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900753081"/>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rgbClr val="006C67"/>
                </a:solidFill>
                <a:latin typeface="+mj-lt"/>
                <a:ea typeface="+mn-ea"/>
                <a:cs typeface="Arial" panose="020B0604020202020204" pitchFamily="34" charset="0"/>
                <a:sym typeface="Trebuchet MS" panose="020B0603020202020204" pitchFamily="34" charset="0"/>
              </a:defRPr>
            </a:lvl1pPr>
          </a:lstStyle>
          <a:p>
            <a:r>
              <a:rPr lang="en-US" dirty="0"/>
              <a:t>Click to add section title</a:t>
            </a:r>
          </a:p>
        </p:txBody>
      </p:sp>
      <p:sp>
        <p:nvSpPr>
          <p:cNvPr id="11" name="Rectangle 10"/>
          <p:cNvSpPr/>
          <p:nvPr userDrawn="1"/>
        </p:nvSpPr>
        <p:spPr bwMode="white">
          <a:xfrm>
            <a:off x="1280693" y="1424081"/>
            <a:ext cx="951721" cy="951721"/>
          </a:xfrm>
          <a:prstGeom prst="rect">
            <a:avLst/>
          </a:prstGeom>
          <a:noFill/>
          <a:ln>
            <a:solidFill>
              <a:srgbClr val="009A93"/>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819904726"/>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rgbClr val="FFFFFF"/>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rgbClr val="006C67"/>
                </a:solidFill>
                <a:latin typeface="+mj-lt"/>
                <a:sym typeface="Trebuchet MS" panose="020B0603020202020204" pitchFamily="34" charset="0"/>
              </a:defRPr>
            </a:lvl1pPr>
          </a:lstStyle>
          <a:p>
            <a:r>
              <a:rPr lang="en-US" dirty="0"/>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rgbClr val="009A93"/>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0523903"/>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flip="none" rotWithShape="1">
          <a:gsLst>
            <a:gs pos="0">
              <a:srgbClr val="006C67"/>
            </a:gs>
            <a:gs pos="100000">
              <a:srgbClr val="004C48"/>
            </a:gs>
          </a:gsLst>
          <a:lin ang="8100000" scaled="1"/>
          <a:tileRect/>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2026. All rights reserved.</a:t>
            </a:r>
            <a:endParaRPr lang="en-US" sz="700" dirty="0">
              <a:solidFill>
                <a:schemeClr val="bg1"/>
              </a:solidFill>
              <a:latin typeface="+mn-lt"/>
              <a:sym typeface="Trebuchet MS" panose="020B0603020202020204" pitchFamily="34" charset="0"/>
            </a:endParaRPr>
          </a:p>
        </p:txBody>
      </p:sp>
      <p:sp>
        <p:nvSpPr>
          <p:cNvPr id="24" name="Rectangle 23"/>
          <p:cNvSpPr/>
          <p:nvPr userDrawn="1"/>
        </p:nvSpPr>
        <p:spPr bwMode="white">
          <a:xfrm>
            <a:off x="0" y="0"/>
            <a:ext cx="4079508"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rgbClr val="006C67"/>
                </a:solidFill>
                <a:latin typeface="+mj-lt"/>
                <a:sym typeface="Trebuchet MS" panose="020B0603020202020204" pitchFamily="34" charset="0"/>
              </a:defRPr>
            </a:lvl1pPr>
          </a:lstStyle>
          <a:p>
            <a:r>
              <a:rPr lang="en-US" dirty="0"/>
              <a:t>Click to add title</a:t>
            </a:r>
          </a:p>
        </p:txBody>
      </p:sp>
      <p:pic>
        <p:nvPicPr>
          <p:cNvPr id="11" name="Picture 10">
            <a:extLst>
              <a:ext uri="{FF2B5EF4-FFF2-40B4-BE49-F238E27FC236}">
                <a16:creationId xmlns:a16="http://schemas.microsoft.com/office/drawing/2014/main" id="{CCF5566F-5DE7-44C7-8472-479F86C22CF7}"/>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2522366464"/>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flip="none" rotWithShape="1">
          <a:gsLst>
            <a:gs pos="0">
              <a:srgbClr val="006C67"/>
            </a:gs>
            <a:gs pos="100000">
              <a:srgbClr val="004C48"/>
            </a:gs>
          </a:gsLst>
          <a:lin ang="8100000" scaled="1"/>
          <a:tileRect/>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2026.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solidFill>
                  <a:srgbClr val="006C67"/>
                </a:solidFill>
                <a:latin typeface="+mj-lt"/>
                <a:sym typeface="Trebuchet MS" panose="020B0603020202020204" pitchFamily="34" charset="0"/>
              </a:defRPr>
            </a:lvl1pPr>
          </a:lstStyle>
          <a:p>
            <a:r>
              <a:rPr lang="en-US" dirty="0"/>
              <a:t>Click to add title</a:t>
            </a:r>
          </a:p>
        </p:txBody>
      </p:sp>
      <p:pic>
        <p:nvPicPr>
          <p:cNvPr id="11" name="Picture 10">
            <a:extLst>
              <a:ext uri="{FF2B5EF4-FFF2-40B4-BE49-F238E27FC236}">
                <a16:creationId xmlns:a16="http://schemas.microsoft.com/office/drawing/2014/main" id="{7E81D9EE-7DCA-4757-9805-463846A646DA}"/>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3482945632"/>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flip="none" rotWithShape="1">
          <a:gsLst>
            <a:gs pos="0">
              <a:srgbClr val="006C67"/>
            </a:gs>
            <a:gs pos="100000">
              <a:srgbClr val="004C48"/>
            </a:gs>
          </a:gsLst>
          <a:lin ang="8100000" scaled="1"/>
          <a:tileRect/>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2026.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solidFill>
                  <a:srgbClr val="006C67"/>
                </a:solidFill>
                <a:latin typeface="+mj-lt"/>
                <a:sym typeface="Trebuchet MS" panose="020B0603020202020204" pitchFamily="34" charset="0"/>
              </a:defRPr>
            </a:lvl1pPr>
          </a:lstStyle>
          <a:p>
            <a:r>
              <a:rPr lang="en-US" dirty="0"/>
              <a:t>Click to add title</a:t>
            </a:r>
          </a:p>
        </p:txBody>
      </p:sp>
      <p:pic>
        <p:nvPicPr>
          <p:cNvPr id="11" name="Picture 10">
            <a:extLst>
              <a:ext uri="{FF2B5EF4-FFF2-40B4-BE49-F238E27FC236}">
                <a16:creationId xmlns:a16="http://schemas.microsoft.com/office/drawing/2014/main" id="{C63B693B-4AD5-4D68-8296-3092FDBDAED9}"/>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3793922547"/>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flip="none" rotWithShape="1">
          <a:gsLst>
            <a:gs pos="0">
              <a:srgbClr val="006C67"/>
            </a:gs>
            <a:gs pos="100000">
              <a:srgbClr val="004C48"/>
            </a:gs>
          </a:gsLst>
          <a:lin ang="8100000" scaled="1"/>
          <a:tileRect/>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dirty="0"/>
              <a:t>Click to add title</a:t>
            </a:r>
          </a:p>
        </p:txBody>
      </p:sp>
      <p:sp>
        <p:nvSpPr>
          <p:cNvPr id="26" name="Rectangle 25"/>
          <p:cNvSpPr/>
          <p:nvPr userDrawn="1"/>
        </p:nvSpPr>
        <p:spPr bwMode="ltGray">
          <a:xfrm>
            <a:off x="4080763" y="-1309"/>
            <a:ext cx="8111237" cy="685930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pic>
        <p:nvPicPr>
          <p:cNvPr id="10" name="Picture 9">
            <a:extLst>
              <a:ext uri="{FF2B5EF4-FFF2-40B4-BE49-F238E27FC236}">
                <a16:creationId xmlns:a16="http://schemas.microsoft.com/office/drawing/2014/main" id="{E05A7C20-AA08-4BFA-9709-9EAC1151E602}"/>
              </a:ext>
            </a:extLst>
          </p:cNvPr>
          <p:cNvPicPr>
            <a:picLocks noChangeAspect="1"/>
          </p:cNvPicPr>
          <p:nvPr userDrawn="1"/>
        </p:nvPicPr>
        <p:blipFill>
          <a:blip r:embed="rId3"/>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3060452071"/>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flip="none" rotWithShape="1">
          <a:gsLst>
            <a:gs pos="0">
              <a:srgbClr val="006C67"/>
            </a:gs>
            <a:gs pos="100000">
              <a:srgbClr val="004C48"/>
            </a:gs>
          </a:gsLst>
          <a:lin ang="8100000" scaled="1"/>
          <a:tileRect/>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rgbClr val="FFFFF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All rights reserved.</a:t>
            </a:r>
            <a:endParaRPr lang="en-US" sz="700" dirty="0">
              <a:solidFill>
                <a:schemeClr val="bg1">
                  <a:lumMod val="50000"/>
                </a:schemeClr>
              </a:solidFill>
              <a:latin typeface="+mn-lt"/>
              <a:sym typeface="Trebuchet MS" panose="020B0603020202020204" pitchFamily="34" charset="0"/>
            </a:endParaRPr>
          </a:p>
        </p:txBody>
      </p:sp>
      <p:pic>
        <p:nvPicPr>
          <p:cNvPr id="18" name="Picture 17">
            <a:extLst>
              <a:ext uri="{FF2B5EF4-FFF2-40B4-BE49-F238E27FC236}">
                <a16:creationId xmlns:a16="http://schemas.microsoft.com/office/drawing/2014/main" id="{3AA8C9F0-F04D-4944-BA87-3AAE11A470BF}"/>
              </a:ext>
            </a:extLst>
          </p:cNvPr>
          <p:cNvPicPr>
            <a:picLocks noChangeAspect="1"/>
          </p:cNvPicPr>
          <p:nvPr userDrawn="1"/>
        </p:nvPicPr>
        <p:blipFill>
          <a:blip r:embed="rId3"/>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1930165987"/>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flip="none" rotWithShape="1">
          <a:gsLst>
            <a:gs pos="0">
              <a:srgbClr val="006C67"/>
            </a:gs>
            <a:gs pos="100000">
              <a:srgbClr val="004C48"/>
            </a:gs>
          </a:gsLst>
          <a:lin ang="8100000" scaled="1"/>
          <a:tileRect/>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pic>
        <p:nvPicPr>
          <p:cNvPr id="16" name="Picture 15">
            <a:extLst>
              <a:ext uri="{FF2B5EF4-FFF2-40B4-BE49-F238E27FC236}">
                <a16:creationId xmlns:a16="http://schemas.microsoft.com/office/drawing/2014/main" id="{0D08559D-B634-4DE1-B3CB-076B1A315F9E}"/>
              </a:ext>
            </a:extLst>
          </p:cNvPr>
          <p:cNvPicPr>
            <a:picLocks noChangeAspect="1"/>
          </p:cNvPicPr>
          <p:nvPr userDrawn="1"/>
        </p:nvPicPr>
        <p:blipFill>
          <a:blip r:embed="rId3"/>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3290578961"/>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flip="none" rotWithShape="1">
          <a:gsLst>
            <a:gs pos="0">
              <a:srgbClr val="006C67"/>
            </a:gs>
            <a:gs pos="100000">
              <a:srgbClr val="004C48"/>
            </a:gs>
          </a:gsLst>
          <a:lin ang="8100000" scaled="1"/>
          <a:tileRect/>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27957162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2026. All rights reserved.</a:t>
            </a:r>
            <a:endParaRPr lang="en-US" sz="700" dirty="0">
              <a:solidFill>
                <a:schemeClr val="bg1"/>
              </a:solidFill>
              <a:latin typeface="+mn-lt"/>
              <a:sym typeface="Trebuchet MS" panose="020B0603020202020204" pitchFamily="34" charset="0"/>
            </a:endParaRP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rgbClr val="006C67"/>
                </a:solidFill>
                <a:latin typeface="+mj-lt"/>
                <a:sym typeface="Trebuchet MS" panose="020B0603020202020204" pitchFamily="34" charset="0"/>
              </a:defRPr>
            </a:lvl1pPr>
          </a:lstStyle>
          <a:p>
            <a:r>
              <a:rPr lang="en-US" dirty="0">
                <a:solidFill>
                  <a:schemeClr val="tx2"/>
                </a:solidFill>
              </a:rPr>
              <a:t>Click to add title</a:t>
            </a:r>
          </a:p>
        </p:txBody>
      </p:sp>
      <p:pic>
        <p:nvPicPr>
          <p:cNvPr id="12" name="Picture 1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74B6C4EB-7234-49BE-933E-C47B1D627A51}"/>
              </a:ext>
            </a:extLst>
          </p:cNvPr>
          <p:cNvPicPr>
            <a:picLocks noChangeAspect="1"/>
          </p:cNvPicPr>
          <p:nvPr userDrawn="1"/>
        </p:nvPicPr>
        <p:blipFill>
          <a:blip r:embed="rId6">
            <a:extLst>
              <a:ext uri="{BEBA8EAE-BF5A-486C-A8C5-ECC9F3942E4B}">
                <a14:imgProps xmlns:a14="http://schemas.microsoft.com/office/drawing/2010/main">
                  <a14:imgLayer r:embed="rId7">
                    <a14:imgEffect>
                      <a14:brightnessContrast bright="100000"/>
                    </a14:imgEffect>
                  </a14:imgLayer>
                </a14:imgProps>
              </a:ext>
            </a:extLst>
          </a:blip>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294232159"/>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rgbClr val="FFFFFF"/>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flip="none" rotWithShape="1">
            <a:gsLst>
              <a:gs pos="0">
                <a:srgbClr val="006C67"/>
              </a:gs>
              <a:gs pos="100000">
                <a:srgbClr val="004C48"/>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mj-lt"/>
              </a:defRPr>
            </a:lvl1pPr>
          </a:lstStyle>
          <a:p>
            <a:r>
              <a:rPr lang="en-US" dirty="0"/>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All rights reserved.</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pic>
        <p:nvPicPr>
          <p:cNvPr id="12" name="Picture 11">
            <a:extLst>
              <a:ext uri="{FF2B5EF4-FFF2-40B4-BE49-F238E27FC236}">
                <a16:creationId xmlns:a16="http://schemas.microsoft.com/office/drawing/2014/main" id="{2D1FD59A-4685-48EA-99FE-D5D1F4A0DD97}"/>
              </a:ext>
            </a:extLst>
          </p:cNvPr>
          <p:cNvPicPr>
            <a:picLocks noChangeAspect="1"/>
          </p:cNvPicPr>
          <p:nvPr userDrawn="1"/>
        </p:nvPicPr>
        <p:blipFill>
          <a:blip r:embed="rId3"/>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3997916187"/>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flip="none" rotWithShape="1">
          <a:gsLst>
            <a:gs pos="0">
              <a:srgbClr val="006C67"/>
            </a:gs>
            <a:gs pos="100000">
              <a:srgbClr val="004C48"/>
            </a:gs>
          </a:gsLst>
          <a:lin ang="8100000" scaled="1"/>
          <a:tileRect/>
        </a:gradFill>
        <a:effectLst/>
      </p:bgPr>
    </p:bg>
    <p:spTree>
      <p:nvGrpSpPr>
        <p:cNvPr id="1" name=""/>
        <p:cNvGrpSpPr/>
        <p:nvPr/>
      </p:nvGrpSpPr>
      <p:grpSpPr>
        <a:xfrm>
          <a:off x="0" y="0"/>
          <a:ext cx="0" cy="0"/>
          <a:chOff x="0" y="0"/>
          <a:chExt cx="0" cy="0"/>
        </a:xfrm>
      </p:grpSpPr>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2026. All rights reserved.</a:t>
            </a:r>
            <a:endParaRPr lang="en-US" sz="700" dirty="0">
              <a:solidFill>
                <a:schemeClr val="bg1"/>
              </a:solidFill>
              <a:latin typeface="+mn-lt"/>
              <a:sym typeface="Trebuchet MS" panose="020B0603020202020204" pitchFamily="34" charset="0"/>
            </a:endParaRPr>
          </a:p>
        </p:txBody>
      </p:sp>
      <p:sp>
        <p:nvSpPr>
          <p:cNvPr id="19" name="Pentagon 3"/>
          <p:cNvSpPr/>
          <p:nvPr userDrawn="1"/>
        </p:nvSpPr>
        <p:spPr bwMode="white">
          <a:xfrm>
            <a:off x="1" y="0"/>
            <a:ext cx="5426920" cy="6858000"/>
          </a:xfrm>
          <a:prstGeom prst="homePlate">
            <a:avLst>
              <a:gd name="adj" fmla="val 12939"/>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006C67"/>
                </a:solidFill>
                <a:latin typeface="+mj-lt"/>
                <a:sym typeface="Trebuchet MS" panose="020B0603020202020204" pitchFamily="34" charset="0"/>
              </a:defRPr>
            </a:lvl1pPr>
          </a:lstStyle>
          <a:p>
            <a:r>
              <a:rPr lang="en-US" dirty="0"/>
              <a:t>Click to add title</a:t>
            </a:r>
          </a:p>
        </p:txBody>
      </p:sp>
      <p:pic>
        <p:nvPicPr>
          <p:cNvPr id="11"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45C878E9-1B5E-4086-BF6E-E63942A82EEA}"/>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2037699224"/>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rgbClr val="FFFFFF"/>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5426920" cy="6858000"/>
          </a:xfrm>
          <a:prstGeom prst="homePlate">
            <a:avLst>
              <a:gd name="adj" fmla="val 12939"/>
            </a:avLst>
          </a:prstGeom>
          <a:gradFill flip="none" rotWithShape="1">
            <a:gsLst>
              <a:gs pos="0">
                <a:srgbClr val="006C67"/>
              </a:gs>
              <a:gs pos="100000">
                <a:srgbClr val="004C48"/>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All rights reserved.</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pic>
        <p:nvPicPr>
          <p:cNvPr id="11" name="Picture 10">
            <a:extLst>
              <a:ext uri="{FF2B5EF4-FFF2-40B4-BE49-F238E27FC236}">
                <a16:creationId xmlns:a16="http://schemas.microsoft.com/office/drawing/2014/main" id="{F15C7EC3-FAF7-423A-85C5-6C704DBD2D83}"/>
              </a:ext>
            </a:extLst>
          </p:cNvPr>
          <p:cNvPicPr>
            <a:picLocks noChangeAspect="1"/>
          </p:cNvPicPr>
          <p:nvPr userDrawn="1"/>
        </p:nvPicPr>
        <p:blipFill>
          <a:blip r:embed="rId3"/>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589356867"/>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flip="none" rotWithShape="1">
          <a:gsLst>
            <a:gs pos="0">
              <a:srgbClr val="006C67"/>
            </a:gs>
            <a:gs pos="100000">
              <a:srgbClr val="004C48"/>
            </a:gs>
          </a:gsLst>
          <a:lin ang="8100000" scaled="1"/>
          <a:tileRect/>
        </a:gra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006C67"/>
                </a:solidFill>
                <a:latin typeface="+mj-lt"/>
                <a:sym typeface="Trebuchet MS" panose="020B0603020202020204" pitchFamily="34" charset="0"/>
              </a:defRPr>
            </a:lvl1pPr>
          </a:lstStyle>
          <a:p>
            <a:r>
              <a:rPr lang="en-US" dirty="0"/>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2026. All rights reserved.</a:t>
            </a:r>
            <a:endParaRPr lang="en-US" sz="700" dirty="0">
              <a:solidFill>
                <a:schemeClr val="bg1"/>
              </a:solidFill>
              <a:latin typeface="+mn-lt"/>
              <a:sym typeface="Trebuchet MS" panose="020B0603020202020204" pitchFamily="34" charset="0"/>
            </a:endParaRP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558C5587-AA67-4CE8-ADFC-650D492A0DFF}"/>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569809541"/>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rgbClr val="FFFFFF"/>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gradFill flip="none" rotWithShape="1">
            <a:gsLst>
              <a:gs pos="0">
                <a:srgbClr val="006C67"/>
              </a:gs>
              <a:gs pos="100000">
                <a:srgbClr val="004C48"/>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All rights reserved.</a:t>
            </a:r>
            <a:endParaRPr lang="en-US" sz="700" dirty="0">
              <a:solidFill>
                <a:schemeClr val="bg1">
                  <a:lumMod val="50000"/>
                </a:schemeClr>
              </a:solidFill>
              <a:latin typeface="+mn-lt"/>
              <a:sym typeface="Trebuchet MS" panose="020B0603020202020204" pitchFamily="34" charset="0"/>
            </a:endParaRPr>
          </a:p>
        </p:txBody>
      </p:sp>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pic>
        <p:nvPicPr>
          <p:cNvPr id="13" name="Picture 12">
            <a:extLst>
              <a:ext uri="{FF2B5EF4-FFF2-40B4-BE49-F238E27FC236}">
                <a16:creationId xmlns:a16="http://schemas.microsoft.com/office/drawing/2014/main" id="{41E1C2F9-3E4F-4853-B467-2BDA5842956F}"/>
              </a:ext>
            </a:extLst>
          </p:cNvPr>
          <p:cNvPicPr>
            <a:picLocks noChangeAspect="1"/>
          </p:cNvPicPr>
          <p:nvPr userDrawn="1"/>
        </p:nvPicPr>
        <p:blipFill>
          <a:blip r:embed="rId3"/>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1969027386"/>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flip="none" rotWithShape="1">
          <a:gsLst>
            <a:gs pos="0">
              <a:srgbClr val="006C67"/>
            </a:gs>
            <a:gs pos="100000">
              <a:srgbClr val="004C48"/>
            </a:gs>
          </a:gsLst>
          <a:lin ang="8100000" scaled="1"/>
          <a:tileRect/>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rgbClr val="FFFFF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2026.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006C67"/>
                </a:solidFill>
                <a:latin typeface="+mj-lt"/>
                <a:sym typeface="Trebuchet MS" panose="020B0603020202020204" pitchFamily="34" charset="0"/>
              </a:defRPr>
            </a:lvl1pPr>
          </a:lstStyle>
          <a:p>
            <a:r>
              <a:rPr lang="en-US" dirty="0"/>
              <a:t>Click to add title</a:t>
            </a:r>
          </a:p>
        </p:txBody>
      </p:sp>
      <p:pic>
        <p:nvPicPr>
          <p:cNvPr id="11"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067780EB-A7EC-44AE-9321-8DA349D3E2C5}"/>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125683641"/>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rgbClr val="FFFFFF"/>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flip="none" rotWithShape="1">
            <a:gsLst>
              <a:gs pos="0">
                <a:srgbClr val="006C67"/>
              </a:gs>
              <a:gs pos="100000">
                <a:srgbClr val="004C48"/>
              </a:gs>
            </a:gsLst>
            <a:lin ang="810000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All rights reserved.</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pic>
        <p:nvPicPr>
          <p:cNvPr id="11" name="Picture 10">
            <a:extLst>
              <a:ext uri="{FF2B5EF4-FFF2-40B4-BE49-F238E27FC236}">
                <a16:creationId xmlns:a16="http://schemas.microsoft.com/office/drawing/2014/main" id="{3CBA65E1-29F4-47C1-8611-7C29BB873BEB}"/>
              </a:ext>
            </a:extLst>
          </p:cNvPr>
          <p:cNvPicPr>
            <a:picLocks noChangeAspect="1"/>
          </p:cNvPicPr>
          <p:nvPr userDrawn="1"/>
        </p:nvPicPr>
        <p:blipFill>
          <a:blip r:embed="rId3"/>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3984939824"/>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flip="none" rotWithShape="1">
          <a:gsLst>
            <a:gs pos="0">
              <a:srgbClr val="006C67"/>
            </a:gs>
            <a:gs pos="100000">
              <a:srgbClr val="004C48"/>
            </a:gs>
          </a:gsLst>
          <a:lin ang="8100000" scaled="1"/>
          <a:tileRect/>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2026. All rights reserved.</a:t>
            </a:r>
            <a:endParaRPr lang="en-US" sz="700" dirty="0">
              <a:solidFill>
                <a:schemeClr val="bg1"/>
              </a:solidFill>
              <a:latin typeface="+mn-lt"/>
              <a:sym typeface="Trebuchet MS" panose="020B0603020202020204" pitchFamily="34" charset="0"/>
            </a:endParaRP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pic>
        <p:nvPicPr>
          <p:cNvPr id="8" name="Picture 7">
            <a:extLst>
              <a:ext uri="{FF2B5EF4-FFF2-40B4-BE49-F238E27FC236}">
                <a16:creationId xmlns:a16="http://schemas.microsoft.com/office/drawing/2014/main" id="{EA881E27-71F6-4BCC-8D52-6F57B33755FD}"/>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585075850"/>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rgbClr val="FFFFFF"/>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rgbClr val="009A93"/>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rgbClr val="009A93"/>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3936192106"/>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rgbClr val="003A37"/>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06658069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84" imgH="384" progId="TCLayout.ActiveDocument.1">
                  <p:embed/>
                </p:oleObj>
              </mc:Choice>
              <mc:Fallback>
                <p:oleObj name="think-cell Slide" r:id="rId3" imgW="384" imgH="38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rgbClr val="006C67"/>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pic>
        <p:nvPicPr>
          <p:cNvPr id="9" name="Picture 8">
            <a:extLst>
              <a:ext uri="{FF2B5EF4-FFF2-40B4-BE49-F238E27FC236}">
                <a16:creationId xmlns:a16="http://schemas.microsoft.com/office/drawing/2014/main" id="{C021B772-7822-4263-889A-CC0F855DB35C}"/>
              </a:ext>
            </a:extLst>
          </p:cNvPr>
          <p:cNvPicPr>
            <a:picLocks noChangeAspect="1"/>
          </p:cNvPicPr>
          <p:nvPr userDrawn="1"/>
        </p:nvPicPr>
        <p:blipFill>
          <a:blip r:embed="rId6">
            <a:extLst>
              <a:ext uri="{BEBA8EAE-BF5A-486C-A8C5-ECC9F3942E4B}">
                <a14:imgProps xmlns:a14="http://schemas.microsoft.com/office/drawing/2010/main">
                  <a14:imgLayer r:embed="rId7">
                    <a14:imgEffect>
                      <a14:brightnessContrast bright="100000"/>
                    </a14:imgEffect>
                  </a14:imgLayer>
                </a14:imgProps>
              </a:ext>
            </a:extLst>
          </a:blip>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3741941376"/>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rgbClr val="2C2C2C"/>
        </a:solidFill>
        <a:effectLst/>
      </p:bgPr>
    </p:bg>
    <p:spTree>
      <p:nvGrpSpPr>
        <p:cNvPr id="1" name=""/>
        <p:cNvGrpSpPr/>
        <p:nvPr/>
      </p:nvGrpSpPr>
      <p:grpSpPr>
        <a:xfrm>
          <a:off x="0" y="0"/>
          <a:ext cx="0" cy="0"/>
          <a:chOff x="0" y="0"/>
          <a:chExt cx="0" cy="0"/>
        </a:xfrm>
      </p:grpSpPr>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2026.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mj-lt"/>
                <a:sym typeface="Trebuchet MS" panose="020B0603020202020204" pitchFamily="34" charset="0"/>
              </a:defRPr>
            </a:lvl1pPr>
          </a:lstStyle>
          <a:p>
            <a:r>
              <a:rPr lang="en-US" dirty="0"/>
              <a:t>Click to add title</a:t>
            </a:r>
          </a:p>
        </p:txBody>
      </p:sp>
      <p:pic>
        <p:nvPicPr>
          <p:cNvPr id="8" name="Picture 7">
            <a:extLst>
              <a:ext uri="{FF2B5EF4-FFF2-40B4-BE49-F238E27FC236}">
                <a16:creationId xmlns:a16="http://schemas.microsoft.com/office/drawing/2014/main" id="{ED80C188-34C3-4D0B-A4C2-4CF092C76E52}"/>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2548375537"/>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flip="none" rotWithShape="1">
          <a:gsLst>
            <a:gs pos="0">
              <a:srgbClr val="006C67"/>
            </a:gs>
            <a:gs pos="100000">
              <a:srgbClr val="004C48"/>
            </a:gs>
          </a:gsLst>
          <a:lin ang="8100000" scaled="1"/>
          <a:tileRect/>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rgbClr val="006C67"/>
                </a:solidFill>
                <a:latin typeface="+mn-lt"/>
                <a:sym typeface="Trebuchet MS" panose="020B060302020202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4"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2026. All rights reserved.</a:t>
            </a:r>
            <a:endParaRPr lang="en-US" sz="700" dirty="0">
              <a:solidFill>
                <a:schemeClr val="bg1"/>
              </a:solidFill>
              <a:latin typeface="+mn-lt"/>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E0359BA8-1A52-4A09-9C4A-A7646D16C613}"/>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3023909060"/>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flip="none" rotWithShape="1">
          <a:gsLst>
            <a:gs pos="0">
              <a:srgbClr val="006C67"/>
            </a:gs>
            <a:gs pos="100000">
              <a:srgbClr val="004C48"/>
            </a:gs>
          </a:gsLst>
          <a:lin ang="8100000" scaled="1"/>
          <a:tileRect/>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2026. All rights reserved.</a:t>
            </a:r>
            <a:endParaRPr lang="en-US" sz="700" dirty="0">
              <a:solidFill>
                <a:schemeClr val="bg1"/>
              </a:solidFill>
              <a:latin typeface="+mn-lt"/>
              <a:sym typeface="Trebuchet MS" panose="020B0603020202020204" pitchFamily="34" charset="0"/>
            </a:endParaRP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8" name="Picture 7">
            <a:extLst>
              <a:ext uri="{FF2B5EF4-FFF2-40B4-BE49-F238E27FC236}">
                <a16:creationId xmlns:a16="http://schemas.microsoft.com/office/drawing/2014/main" id="{68D5CAB1-73AF-4810-9424-C22282BBAECC}"/>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1640827684"/>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D. Blank">
    <p:bg>
      <p:bgPr>
        <a:solidFill>
          <a:srgbClr val="FFFFFF"/>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571185308"/>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 Disclaimer">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0"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All rights reserved.</a:t>
            </a:r>
            <a:endParaRPr lang="en-US" sz="700" dirty="0">
              <a:solidFill>
                <a:schemeClr val="bg1">
                  <a:lumMod val="50000"/>
                </a:schemeClr>
              </a:solidFill>
              <a:latin typeface="+mn-lt"/>
              <a:sym typeface="Trebuchet MS" panose="020B0603020202020204" pitchFamily="34" charset="0"/>
            </a:endParaRPr>
          </a:p>
        </p:txBody>
      </p:sp>
      <p:sp>
        <p:nvSpPr>
          <p:cNvPr id="5" name="Title 6">
            <a:extLst>
              <a:ext uri="{FF2B5EF4-FFF2-40B4-BE49-F238E27FC236}">
                <a16:creationId xmlns:a16="http://schemas.microsoft.com/office/drawing/2014/main" id="{66FB03DE-C2B4-4054-8BFA-745FC38FC326}"/>
              </a:ext>
            </a:extLst>
          </p:cNvPr>
          <p:cNvSpPr txBox="1">
            <a:spLocks/>
          </p:cNvSpPr>
          <p:nvPr userDrawn="1"/>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sp>
        <p:nvSpPr>
          <p:cNvPr id="6" name="Rectangle 5">
            <a:extLst>
              <a:ext uri="{FF2B5EF4-FFF2-40B4-BE49-F238E27FC236}">
                <a16:creationId xmlns:a16="http://schemas.microsoft.com/office/drawing/2014/main" id="{DD3DB328-C67A-43C8-8A2E-A78DF8F8DD97}"/>
              </a:ext>
            </a:extLst>
          </p:cNvPr>
          <p:cNvSpPr/>
          <p:nvPr userDrawn="1"/>
        </p:nvSpPr>
        <p:spPr>
          <a:xfrm>
            <a:off x="5021826" y="1387258"/>
            <a:ext cx="6209072" cy="3877985"/>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Disclaimer &amp; Non-reliance </a:t>
            </a:r>
          </a:p>
          <a:p>
            <a:pPr indent="0">
              <a:lnSpc>
                <a:spcPct val="100000"/>
              </a:lnSpc>
            </a:pPr>
            <a:endParaRPr lang="en-US" sz="900" b="0" dirty="0">
              <a:latin typeface="+mn-lt"/>
              <a:sym typeface="Trebuchet MS" panose="020B0603020202020204" pitchFamily="34" charset="0"/>
            </a:endParaRPr>
          </a:p>
          <a:p>
            <a:pPr indent="0">
              <a:lnSpc>
                <a:spcPct val="100000"/>
              </a:lnSpc>
            </a:pPr>
            <a:r>
              <a:rPr lang="en-US" sz="900" b="0" dirty="0">
                <a:latin typeface="+mn-lt"/>
                <a:sym typeface="Trebuchet MS" panose="020B0603020202020204" pitchFamily="34" charset="0"/>
              </a:rPr>
              <a:t>The services and materials provided by the issuer of the report are subject to the issuer of the report's Standard Terms and Conditions (a copy of which is available upon request) or such other agreement as may have been previously executed by the issuer of the report.  The issuer of the report does not provide legal, accounting, or tax advice.  Client is responsible for obtaining independent advice concerning these matters, which advice may affect the guidance given by the issuer of the report.  Further, the issuer of the report has made no undertaking to update these materials after the date hereof notwithstanding that such information may become outdated or inaccurate.</a:t>
            </a:r>
          </a:p>
          <a:p>
            <a:pPr indent="0">
              <a:lnSpc>
                <a:spcPct val="100000"/>
              </a:lnSpc>
            </a:pPr>
            <a:endParaRPr lang="en-US" sz="900" b="0" dirty="0">
              <a:latin typeface="+mn-lt"/>
              <a:sym typeface="Trebuchet MS" panose="020B0603020202020204" pitchFamily="34" charset="0"/>
            </a:endParaRPr>
          </a:p>
          <a:p>
            <a:pPr indent="0">
              <a:lnSpc>
                <a:spcPct val="100000"/>
              </a:lnSpc>
            </a:pPr>
            <a:r>
              <a:rPr lang="en-US" sz="900" b="0" dirty="0">
                <a:latin typeface="+mn-lt"/>
                <a:sym typeface="Trebuchet MS" panose="020B0603020202020204" pitchFamily="34" charset="0"/>
              </a:rPr>
              <a:t>The material contained in this presentation are designed for the sole use by the Board of Directors or senior management of the Client and solely for the limited purposes described in the proposal.  The materials shall not be copied, disclosed or given to any person or entity other than the Client (“Third-Parties”) without the prior written consent being provided.  These materials serve only as the focus for discussion and are incomplete without the accompanying oral commentary and may not be relied on as a stand-alone document.  Further, Third-Parties may not, and it is unreasonable for any Third-Party to, rely on these materials for any purpose whatsoever.  To the fullest extent permitted by law (and except to the extent otherwise agreed in a signed writing the issuer of this report), issuer of this report shall have no liability whatsoever to any Third-Party, and any Third-Party hereby waives any rights and claims it may, have at any time against the issuer of this report with regard to the services, this presentation or other materials, including the accuracy or completeness thereof.  Receipt and review 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indent="0">
              <a:lnSpc>
                <a:spcPct val="100000"/>
              </a:lnSpc>
            </a:pPr>
            <a:r>
              <a:rPr lang="en-US" sz="900" b="0" dirty="0">
                <a:latin typeface="+mn-lt"/>
                <a:sym typeface="Trebuchet MS" panose="020B0603020202020204" pitchFamily="34" charset="0"/>
              </a:rPr>
              <a:t>The issuer of this report does not provide fairness opinions or valuations of market transactions and these materials should not be relied on or construed as such.  Further, the financial evaluations, projected market and financial information, and conclusions contained in these materials are based upon standard valuation methodologies, are not definitive forecasts, and are not guaranteed by the issuer of the report. Issuer of the report has used public and/or confidential data and assumptions provided to it by the Client which the issuer of the report has not independently verified the data and assumptions used in these analyses. Changes in the underlying data or operating assumptions will clearly impact the analyses and conclusions.</a:t>
            </a:r>
          </a:p>
        </p:txBody>
      </p:sp>
      <p:cxnSp>
        <p:nvCxnSpPr>
          <p:cNvPr id="7" name="Straight Connector 6">
            <a:extLst>
              <a:ext uri="{FF2B5EF4-FFF2-40B4-BE49-F238E27FC236}">
                <a16:creationId xmlns:a16="http://schemas.microsoft.com/office/drawing/2014/main" id="{6AA8A27B-7BE5-4FAB-96B0-D384108FEEBA}"/>
              </a:ext>
            </a:extLst>
          </p:cNvPr>
          <p:cNvCxnSpPr/>
          <p:nvPr userDrawn="1"/>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3221188"/>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8753822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84" imgH="384" progId="TCLayout.ActiveDocument.1">
                  <p:embed/>
                </p:oleObj>
              </mc:Choice>
              <mc:Fallback>
                <p:oleObj name="think-cell Slide" r:id="rId3" imgW="384" imgH="38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7" name="Picture 6"/>
          <p:cNvPicPr>
            <a:picLocks noChangeAspect="1"/>
          </p:cNvPicPr>
          <p:nvPr userDrawn="1"/>
        </p:nvPicPr>
        <p:blipFill rotWithShape="1">
          <a:blip r:embed="rId5" cstate="email">
            <a:extLst>
              <a:ext uri="{28A0092B-C50C-407E-A947-70E740481C1C}">
                <a14:useLocalDpi xmlns:a14="http://schemas.microsoft.com/office/drawing/2010/main"/>
              </a:ext>
            </a:extLst>
          </a:blip>
          <a:srcRect r="1844"/>
          <a:stretch/>
        </p:blipFill>
        <p:spPr>
          <a:xfrm>
            <a:off x="2003977" y="561096"/>
            <a:ext cx="10178295" cy="6234890"/>
          </a:xfrm>
          <a:prstGeom prst="rect">
            <a:avLst/>
          </a:prstGeom>
        </p:spPr>
      </p:pic>
      <p:sp>
        <p:nvSpPr>
          <p:cNvPr id="11" name="Rectangle 10"/>
          <p:cNvSpPr/>
          <p:nvPr userDrawn="1"/>
        </p:nvSpPr>
        <p:spPr>
          <a:xfrm>
            <a:off x="667408" y="1659004"/>
            <a:ext cx="7344478" cy="1638300"/>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006C67"/>
                </a:solidFill>
              </a14:hiddenFill>
            </a:ex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noAutofit/>
          </a:bodyPr>
          <a:lstStyle/>
          <a:p>
            <a:pPr algn="l" defTabSz="914400" rtl="0" eaLnBrk="1" latinLnBrk="0" hangingPunct="1">
              <a:lnSpc>
                <a:spcPct val="90000"/>
              </a:lnSpc>
              <a:spcBef>
                <a:spcPct val="0"/>
              </a:spcBef>
              <a:buNone/>
            </a:pPr>
            <a:r>
              <a:rPr lang="en-US" sz="5400" kern="1200" dirty="0">
                <a:solidFill>
                  <a:srgbClr val="006C67"/>
                </a:solidFill>
                <a:latin typeface="+mj-lt"/>
                <a:ea typeface="+mj-ea"/>
                <a:cs typeface="+mj-cs"/>
                <a:sym typeface="+mj-lt"/>
              </a:rPr>
              <a:t>Thank you</a:t>
            </a:r>
          </a:p>
        </p:txBody>
      </p:sp>
      <p:pic>
        <p:nvPicPr>
          <p:cNvPr id="12" name="Picture 11"/>
          <p:cNvPicPr>
            <a:picLocks noChangeAspect="1"/>
          </p:cNvPicPr>
          <p:nvPr userDrawn="1"/>
        </p:nvPicPr>
        <p:blipFill rotWithShape="1">
          <a:blip r:embed="rId6"/>
          <a:srcRect/>
          <a:stretch/>
        </p:blipFill>
        <p:spPr>
          <a:xfrm>
            <a:off x="562633" y="3343543"/>
            <a:ext cx="7260614" cy="71407"/>
          </a:xfrm>
          <a:prstGeom prst="rect">
            <a:avLst/>
          </a:prstGeom>
        </p:spPr>
      </p:pic>
      <p:pic>
        <p:nvPicPr>
          <p:cNvPr id="13" name="Picture 12"/>
          <p:cNvPicPr>
            <a:picLocks noChangeAspect="1"/>
          </p:cNvPicPr>
          <p:nvPr userDrawn="1"/>
        </p:nvPicPr>
        <p:blipFill rotWithShape="1">
          <a:blip r:embed="rId7" cstate="email">
            <a:extLst>
              <a:ext uri="{28A0092B-C50C-407E-A947-70E740481C1C}">
                <a14:useLocalDpi xmlns:a14="http://schemas.microsoft.com/office/drawing/2010/main"/>
              </a:ext>
            </a:extLst>
          </a:blip>
          <a:srcRect/>
          <a:stretch/>
        </p:blipFill>
        <p:spPr>
          <a:xfrm>
            <a:off x="0" y="6668392"/>
            <a:ext cx="12192000" cy="252811"/>
          </a:xfrm>
          <a:prstGeom prst="rect">
            <a:avLst/>
          </a:prstGeom>
        </p:spPr>
      </p:pic>
      <p:pic>
        <p:nvPicPr>
          <p:cNvPr id="14" name="Picture 13"/>
          <p:cNvPicPr>
            <a:picLocks noChangeAspect="1"/>
          </p:cNvPicPr>
          <p:nvPr userDrawn="1"/>
        </p:nvPicPr>
        <p:blipFill rotWithShape="1">
          <a:blip r:embed="rId7" cstate="email">
            <a:extLst>
              <a:ext uri="{28A0092B-C50C-407E-A947-70E740481C1C}">
                <a14:useLocalDpi xmlns:a14="http://schemas.microsoft.com/office/drawing/2010/main"/>
              </a:ext>
            </a:extLst>
          </a:blip>
          <a:srcRect/>
          <a:stretch/>
        </p:blipFill>
        <p:spPr>
          <a:xfrm>
            <a:off x="0" y="0"/>
            <a:ext cx="12192000" cy="252811"/>
          </a:xfrm>
          <a:prstGeom prst="rect">
            <a:avLst/>
          </a:prstGeom>
        </p:spPr>
      </p:pic>
      <p:pic>
        <p:nvPicPr>
          <p:cNvPr id="9" name="Graphic 8">
            <a:extLst>
              <a:ext uri="{FF2B5EF4-FFF2-40B4-BE49-F238E27FC236}">
                <a16:creationId xmlns:a16="http://schemas.microsoft.com/office/drawing/2014/main" id="{6AD2E01B-64DC-4C33-9BE3-56040786355F}"/>
              </a:ext>
            </a:extLst>
          </p:cNvPr>
          <p:cNvPicPr>
            <a:picLocks noChangeAspect="1"/>
          </p:cNvPicPr>
          <p:nvPr userDrawn="1"/>
        </p:nvPicPr>
        <p:blipFill>
          <a:blip r:embed="momahLogoFallback">
            <a:extLst>
              <a:ext uri="{96DAC541-7B7A-43D3-8B79-37D633B846F1}">
                <asvg:svgBlip xmlns:asvg="http://schemas.microsoft.com/office/drawing/2016/SVG/main" r:embed="rId8"/>
              </a:ext>
            </a:extLst>
          </a:blip>
          <a:stretch>
            <a:fillRect/>
          </a:stretch>
        </p:blipFill>
        <p:spPr>
          <a:xfrm>
            <a:off x="7526215" y="399621"/>
            <a:ext cx="4248151" cy="1246419"/>
          </a:xfrm>
          <a:prstGeom prst="rect">
            <a:avLst/>
          </a:prstGeom>
        </p:spPr>
      </p:pic>
    </p:spTree>
    <p:extLst>
      <p:ext uri="{BB962C8B-B14F-4D97-AF65-F5344CB8AC3E}">
        <p14:creationId xmlns:p14="http://schemas.microsoft.com/office/powerpoint/2010/main" val="2351621893"/>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818754075"/>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flip="none" rotWithShape="1">
          <a:gsLst>
            <a:gs pos="0">
              <a:srgbClr val="006C67"/>
            </a:gs>
            <a:gs pos="100000">
              <a:srgbClr val="004C48"/>
            </a:gs>
          </a:gsLst>
          <a:lin ang="8100000" scaled="1"/>
          <a:tileRect/>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2026.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2" name="Rectangle 11"/>
          <p:cNvSpPr/>
          <p:nvPr userDrawn="1">
            <p:custDataLst>
              <p:tags r:id="rId2"/>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2" name="TextBox 1"/>
          <p:cNvSpPr txBox="1"/>
          <p:nvPr userDrawn="1"/>
        </p:nvSpPr>
        <p:spPr>
          <a:xfrm>
            <a:off x="630000" y="907199"/>
            <a:ext cx="3448800" cy="3488400"/>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dirty="0">
              <a:solidFill>
                <a:schemeClr val="bg1"/>
              </a:solidFill>
            </a:endParaRPr>
          </a:p>
        </p:txBody>
      </p:sp>
      <p:sp>
        <p:nvSpPr>
          <p:cNvPr id="10" name="TextBox 1"/>
          <p:cNvSpPr txBox="1"/>
          <p:nvPr userDrawn="1"/>
        </p:nvSpPr>
        <p:spPr>
          <a:xfrm>
            <a:off x="1109949" y="1115416"/>
            <a:ext cx="2488182" cy="896399"/>
          </a:xfrm>
          <a:prstGeom prst="rect">
            <a:avLst/>
          </a:prstGeom>
          <a:noFill/>
        </p:spPr>
        <p:txBody>
          <a:bodyPr wrap="none" rtlCol="0">
            <a:spAutoFit/>
          </a:bodyPr>
          <a:lstStyle/>
          <a:p>
            <a:pPr algn="ctr" fontAlgn="auto">
              <a:lnSpc>
                <a:spcPct val="95000"/>
              </a:lnSpc>
              <a:spcBef>
                <a:spcPts val="0"/>
              </a:spcBef>
              <a:spcAft>
                <a:spcPts val="0"/>
              </a:spcAft>
            </a:pPr>
            <a:r>
              <a:rPr lang="en-US" sz="5400" dirty="0">
                <a:solidFill>
                  <a:schemeClr val="bg1"/>
                </a:solidFill>
                <a:latin typeface="+mj-lt"/>
              </a:rPr>
              <a:t>Agenda</a:t>
            </a:r>
          </a:p>
        </p:txBody>
      </p:sp>
      <p:pic>
        <p:nvPicPr>
          <p:cNvPr id="14" name="Picture 13">
            <a:extLst>
              <a:ext uri="{FF2B5EF4-FFF2-40B4-BE49-F238E27FC236}">
                <a16:creationId xmlns:a16="http://schemas.microsoft.com/office/drawing/2014/main" id="{DAC6128D-88B6-4D14-8635-3103664EFE1D}"/>
              </a:ext>
            </a:extLst>
          </p:cNvPr>
          <p:cNvPicPr>
            <a:picLocks noChangeAspect="1"/>
          </p:cNvPicPr>
          <p:nvPr userDrawn="1"/>
        </p:nvPicPr>
        <p:blipFill>
          <a:blip r:embed="rId6">
            <a:extLst>
              <a:ext uri="{BEBA8EAE-BF5A-486C-A8C5-ECC9F3942E4B}">
                <a14:imgProps xmlns:a14="http://schemas.microsoft.com/office/drawing/2010/main">
                  <a14:imgLayer r:embed="rId7">
                    <a14:imgEffect>
                      <a14:brightnessContrast bright="100000"/>
                    </a14:imgEffect>
                  </a14:imgLayer>
                </a14:imgProps>
              </a:ext>
            </a:extLst>
          </a:blip>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2570314066"/>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flip="none" rotWithShape="1">
          <a:gsLst>
            <a:gs pos="0">
              <a:srgbClr val="006C67"/>
            </a:gs>
            <a:gs pos="100000">
              <a:srgbClr val="004C48"/>
            </a:gs>
          </a:gsLst>
          <a:lin ang="8100000" scaled="1"/>
          <a:tileRect/>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96349202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2026.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pic>
        <p:nvPicPr>
          <p:cNvPr id="11" name="Picture 10">
            <a:extLst>
              <a:ext uri="{FF2B5EF4-FFF2-40B4-BE49-F238E27FC236}">
                <a16:creationId xmlns:a16="http://schemas.microsoft.com/office/drawing/2014/main" id="{6E55DDE3-6C87-45BB-B976-4AE82BCA328D}"/>
              </a:ext>
            </a:extLst>
          </p:cNvPr>
          <p:cNvPicPr>
            <a:picLocks noChangeAspect="1"/>
          </p:cNvPicPr>
          <p:nvPr userDrawn="1"/>
        </p:nvPicPr>
        <p:blipFill>
          <a:blip r:embed="rId5">
            <a:extLst>
              <a:ext uri="{BEBA8EAE-BF5A-486C-A8C5-ECC9F3942E4B}">
                <a14:imgProps xmlns:a14="http://schemas.microsoft.com/office/drawing/2010/main">
                  <a14:imgLayer r:embed="rId6">
                    <a14:imgEffect>
                      <a14:brightnessContrast bright="100000"/>
                    </a14:imgEffect>
                  </a14:imgLayer>
                </a14:imgProps>
              </a:ext>
            </a:extLst>
          </a:blip>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372928598"/>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flip="none" rotWithShape="1">
          <a:gsLst>
            <a:gs pos="0">
              <a:srgbClr val="006C67"/>
            </a:gs>
            <a:gs pos="100000">
              <a:srgbClr val="004C48"/>
            </a:gs>
          </a:gsLst>
          <a:lin ang="8100000" scaled="1"/>
          <a:tileRect/>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2026.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bg1"/>
                </a:solidFill>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B7E8AE2F-47FF-4BFA-A799-04789E8033A6}"/>
              </a:ext>
            </a:extLst>
          </p:cNvPr>
          <p:cNvPicPr>
            <a:picLocks noChangeAspect="1"/>
          </p:cNvPicPr>
          <p:nvPr userDrawn="1"/>
        </p:nvPicPr>
        <p:blipFill>
          <a:blip r:embed="rId5">
            <a:extLst>
              <a:ext uri="{BEBA8EAE-BF5A-486C-A8C5-ECC9F3942E4B}">
                <a14:imgProps xmlns:a14="http://schemas.microsoft.com/office/drawing/2010/main">
                  <a14:imgLayer r:embed="rId6">
                    <a14:imgEffect>
                      <a14:brightnessContrast bright="100000"/>
                    </a14:imgEffect>
                  </a14:imgLayer>
                </a14:imgProps>
              </a:ext>
            </a:extLst>
          </a:blip>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4216077176"/>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flip="none" rotWithShape="1">
          <a:gsLst>
            <a:gs pos="0">
              <a:srgbClr val="006C67"/>
            </a:gs>
            <a:gs pos="100000">
              <a:srgbClr val="004C48"/>
            </a:gs>
          </a:gsLst>
          <a:lin ang="8100000" scaled="1"/>
          <a:tileRect/>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dirty="0">
                <a:solidFill>
                  <a:schemeClr val="bg1"/>
                </a:solidFill>
              </a:rPr>
              <a:t>Agenda</a:t>
            </a:r>
          </a:p>
        </p:txBody>
      </p:sp>
      <p:pic>
        <p:nvPicPr>
          <p:cNvPr id="11" name="Picture 10">
            <a:extLst>
              <a:ext uri="{FF2B5EF4-FFF2-40B4-BE49-F238E27FC236}">
                <a16:creationId xmlns:a16="http://schemas.microsoft.com/office/drawing/2014/main" id="{3EDAD095-F36A-4FD1-9FF5-374BADD56511}"/>
              </a:ext>
            </a:extLst>
          </p:cNvPr>
          <p:cNvPicPr>
            <a:picLocks noChangeAspect="1"/>
          </p:cNvPicPr>
          <p:nvPr userDrawn="1"/>
        </p:nvPicPr>
        <p:blipFill>
          <a:blip r:embed="rId6"/>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2270190941"/>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rgbClr val="FFFFFF"/>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2026.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invGray">
          <a:xfrm>
            <a:off x="1388145" y="4691187"/>
            <a:ext cx="929337" cy="995874"/>
          </a:xfrm>
          <a:prstGeom prst="rect">
            <a:avLst/>
          </a:prstGeom>
          <a:noFill/>
          <a:ln w="9525">
            <a:solidFill>
              <a:srgbClr val="009A93"/>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0" name="Rectangle 9"/>
          <p:cNvSpPr/>
          <p:nvPr userDrawn="1">
            <p:custDataLst>
              <p:tags r:id="rId2"/>
            </p:custDataLst>
          </p:nvPr>
        </p:nvSpPr>
        <p:spPr>
          <a:xfrm>
            <a:off x="2509482" y="4691187"/>
            <a:ext cx="1570152" cy="1468176"/>
          </a:xfrm>
          <a:prstGeom prst="rect">
            <a:avLst/>
          </a:prstGeom>
          <a:noFill/>
          <a:ln w="9525" cmpd="sng">
            <a:solidFill>
              <a:srgbClr val="009A93"/>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11" name="TextBox 10"/>
          <p:cNvSpPr txBox="1"/>
          <p:nvPr userDrawn="1"/>
        </p:nvSpPr>
        <p:spPr>
          <a:xfrm>
            <a:off x="630000" y="907198"/>
            <a:ext cx="3448800" cy="3488400"/>
          </a:xfrm>
          <a:prstGeom prst="rect">
            <a:avLst/>
          </a:prstGeom>
          <a:noFill/>
          <a:ln>
            <a:solidFill>
              <a:srgbClr val="009A93"/>
            </a:solidFill>
          </a:ln>
        </p:spPr>
        <p:txBody>
          <a:bodyPr wrap="square" lIns="612000" tIns="468000" rIns="0" bIns="0" rtlCol="0" anchor="t">
            <a:spAutoFit/>
          </a:bodyPr>
          <a:lstStyle/>
          <a:p>
            <a:pPr>
              <a:lnSpc>
                <a:spcPct val="90000"/>
              </a:lnSpc>
              <a:spcAft>
                <a:spcPts val="600"/>
              </a:spcAft>
            </a:pPr>
            <a:endParaRPr lang="en-US" sz="5400" dirty="0">
              <a:solidFill>
                <a:schemeClr val="accent4"/>
              </a:solidFill>
            </a:endParaRPr>
          </a:p>
        </p:txBody>
      </p:sp>
      <p:sp>
        <p:nvSpPr>
          <p:cNvPr id="9" name="TextBox 1"/>
          <p:cNvSpPr txBox="1"/>
          <p:nvPr userDrawn="1"/>
        </p:nvSpPr>
        <p:spPr>
          <a:xfrm>
            <a:off x="1109949" y="1115416"/>
            <a:ext cx="2488182" cy="896399"/>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solidFill>
                  <a:srgbClr val="009A93"/>
                </a:solidFill>
              </a:rPr>
              <a:t>Agenda</a:t>
            </a:r>
          </a:p>
        </p:txBody>
      </p:sp>
    </p:spTree>
    <p:extLst>
      <p:ext uri="{BB962C8B-B14F-4D97-AF65-F5344CB8AC3E}">
        <p14:creationId xmlns:p14="http://schemas.microsoft.com/office/powerpoint/2010/main" val="1865576705"/>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rgbClr val="FFFFFF"/>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44006171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2026.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white">
          <a:xfrm>
            <a:off x="1284743" y="1428131"/>
            <a:ext cx="947672" cy="947672"/>
          </a:xfrm>
          <a:prstGeom prst="rect">
            <a:avLst/>
          </a:prstGeom>
          <a:noFill/>
          <a:ln w="9525">
            <a:solidFill>
              <a:srgbClr val="009A93"/>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a:xfrm>
            <a:off x="1285200" y="2667600"/>
            <a:ext cx="9619200" cy="3200400"/>
          </a:xfrm>
          <a:prstGeom prst="rect">
            <a:avLst/>
          </a:prstGeom>
          <a:noFill/>
          <a:ln w="9525">
            <a:solidFill>
              <a:srgbClr val="009A93"/>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206140772"/>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rgbClr val="FFFFFF"/>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2026.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7"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rgbClr val="009A93"/>
                </a:solidFill>
              </a:rPr>
              <a:t>Agenda</a:t>
            </a:r>
          </a:p>
        </p:txBody>
      </p:sp>
      <p:cxnSp>
        <p:nvCxnSpPr>
          <p:cNvPr id="9" name="Straight Connector 8"/>
          <p:cNvCxnSpPr/>
          <p:nvPr userDrawn="1"/>
        </p:nvCxnSpPr>
        <p:spPr bwMode="white">
          <a:xfrm>
            <a:off x="618898" y="1206000"/>
            <a:ext cx="11576304" cy="0"/>
          </a:xfrm>
          <a:prstGeom prst="line">
            <a:avLst/>
          </a:prstGeom>
          <a:ln w="9525" cmpd="sng">
            <a:solidFill>
              <a:srgbClr val="009A93"/>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4339647"/>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flip="none" rotWithShape="1">
          <a:gsLst>
            <a:gs pos="0">
              <a:srgbClr val="006C67"/>
            </a:gs>
            <a:gs pos="100000">
              <a:srgbClr val="004C48"/>
            </a:gs>
          </a:gsLst>
          <a:lin ang="8100000" scaled="1"/>
          <a:tileRect/>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dirty="0">
                <a:solidFill>
                  <a:schemeClr val="bg1"/>
                </a:solidFill>
              </a:rPr>
              <a:t>Agenda</a:t>
            </a:r>
          </a:p>
        </p:txBody>
      </p:sp>
      <p:pic>
        <p:nvPicPr>
          <p:cNvPr id="11" name="Picture 10">
            <a:extLst>
              <a:ext uri="{FF2B5EF4-FFF2-40B4-BE49-F238E27FC236}">
                <a16:creationId xmlns:a16="http://schemas.microsoft.com/office/drawing/2014/main" id="{984BAE71-B081-4B71-9295-84D1CE06E4CA}"/>
              </a:ext>
            </a:extLst>
          </p:cNvPr>
          <p:cNvPicPr>
            <a:picLocks noChangeAspect="1"/>
          </p:cNvPicPr>
          <p:nvPr userDrawn="1"/>
        </p:nvPicPr>
        <p:blipFill>
          <a:blip r:embed="rId6"/>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1784797"/>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flip="none" rotWithShape="1">
          <a:gsLst>
            <a:gs pos="0">
              <a:srgbClr val="006C67"/>
            </a:gs>
            <a:gs pos="100000">
              <a:srgbClr val="004C48"/>
            </a:gs>
          </a:gsLst>
          <a:lin ang="8100000" scaled="1"/>
          <a:tileRect/>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rgbClr val="009A93"/>
                </a:solidFill>
                <a:latin typeface="Trebuchet MS" panose="020B0603020202020204" pitchFamily="34" charset="0"/>
                <a:sym typeface="Trebuchet MS" panose="020B0603020202020204" pitchFamily="34" charset="0"/>
              </a:rPr>
              <a:t>Table of contents</a:t>
            </a:r>
          </a:p>
        </p:txBody>
      </p:sp>
      <p:sp>
        <p:nvSpPr>
          <p:cNvPr id="24"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2026.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A92C33A0-3885-4F80-ACAD-7837E31E00B4}"/>
              </a:ext>
            </a:extLst>
          </p:cNvPr>
          <p:cNvPicPr>
            <a:picLocks noChangeAspect="1"/>
          </p:cNvPicPr>
          <p:nvPr userDrawn="1"/>
        </p:nvPicPr>
        <p:blipFill>
          <a:blip r:embed="rId6">
            <a:extLst>
              <a:ext uri="{BEBA8EAE-BF5A-486C-A8C5-ECC9F3942E4B}">
                <a14:imgProps xmlns:a14="http://schemas.microsoft.com/office/drawing/2010/main">
                  <a14:imgLayer r:embed="rId7">
                    <a14:imgEffect>
                      <a14:brightnessContrast bright="100000"/>
                    </a14:imgEffect>
                  </a14:imgLayer>
                </a14:imgProps>
              </a:ext>
            </a:extLst>
          </a:blip>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2933657859"/>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theme" Target="../theme/theme1.xml"/><Relationship Id="rId7" Type="http://schemas.openxmlformats.org/officeDocument/2006/relationships/slideLayout" Target="../slideLayouts/slideLayout7.xml"/><Relationship Id="rId71"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ags" Target="../tags/tag2.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image" Target="../media/image2.png"/><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69"/>
            </p:custDataLst>
            <p:extLst>
              <p:ext uri="{D42A27DB-BD31-4B8C-83A1-F6EECF244321}">
                <p14:modId xmlns:p14="http://schemas.microsoft.com/office/powerpoint/2010/main" val="419675979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70" imgW="270" imgH="270" progId="TCLayout.ActiveDocument.1">
                  <p:embed/>
                </p:oleObj>
              </mc:Choice>
              <mc:Fallback>
                <p:oleObj name="think-cell Slide" r:id="rId70" imgW="270" imgH="270" progId="TCLayout.ActiveDocument.1">
                  <p:embed/>
                  <p:pic>
                    <p:nvPicPr>
                      <p:cNvPr id="0" name=""/>
                      <p:cNvPicPr/>
                      <p:nvPr/>
                    </p:nvPicPr>
                    <p:blipFill>
                      <a:blip r:embed="rId71"/>
                      <a:stretch>
                        <a:fillRect/>
                      </a:stretch>
                    </p:blipFill>
                    <p:spPr>
                      <a:xfrm>
                        <a:off x="1588" y="1588"/>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dirty="0"/>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Level six</a:t>
            </a:r>
          </a:p>
          <a:p>
            <a:pPr lvl="6"/>
            <a:r>
              <a:rPr lang="en-US" dirty="0"/>
              <a:t>Level seven</a:t>
            </a:r>
          </a:p>
          <a:p>
            <a:pPr lvl="7"/>
            <a:r>
              <a:rPr lang="en-US" dirty="0"/>
              <a:t>Level eight</a:t>
            </a:r>
          </a:p>
          <a:p>
            <a:pPr lvl="8"/>
            <a:r>
              <a:rPr lang="en-US" dirty="0"/>
              <a:t>Level nine</a:t>
            </a:r>
          </a:p>
        </p:txBody>
      </p:sp>
      <p:pic>
        <p:nvPicPr>
          <p:cNvPr id="7" name="Picture 6">
            <a:extLst>
              <a:ext uri="{FF2B5EF4-FFF2-40B4-BE49-F238E27FC236}">
                <a16:creationId xmlns:a16="http://schemas.microsoft.com/office/drawing/2014/main" id="{EC362704-DDAC-466E-B50B-403EA60CF109}"/>
              </a:ext>
            </a:extLst>
          </p:cNvPr>
          <p:cNvPicPr>
            <a:picLocks noChangeAspect="1"/>
          </p:cNvPicPr>
          <p:nvPr userDrawn="1"/>
        </p:nvPicPr>
        <p:blipFill>
          <a:blip r:embed="rId72"/>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835336367"/>
      </p:ext>
    </p:extLst>
  </p:cSld>
  <p:clrMap bg1="lt1" tx1="dk1" bg2="lt2" tx2="dk2" accent1="accent1" accent2="accent2" accent3="accent3" accent4="accent4" accent5="accent5" accent6="accent6" hlink="hlink" folHlink="folHlink"/>
  <p:sldLayoutIdLst>
    <p:sldLayoutId id="2147485115" r:id="rId1"/>
    <p:sldLayoutId id="2147485086" r:id="rId2"/>
    <p:sldLayoutId id="2147485183" r:id="rId3"/>
    <p:sldLayoutId id="2147485158" r:id="rId4"/>
    <p:sldLayoutId id="2147485113" r:id="rId5"/>
    <p:sldLayoutId id="2147485114" r:id="rId6"/>
    <p:sldLayoutId id="2147485154" r:id="rId7"/>
    <p:sldLayoutId id="2147485162" r:id="rId8"/>
    <p:sldLayoutId id="2147485149" r:id="rId9"/>
    <p:sldLayoutId id="2147485087" r:id="rId10"/>
    <p:sldLayoutId id="2147485112" r:id="rId11"/>
    <p:sldLayoutId id="2147485155" r:id="rId12"/>
    <p:sldLayoutId id="2147485164" r:id="rId13"/>
    <p:sldLayoutId id="2147485109" r:id="rId14"/>
    <p:sldLayoutId id="2147485165" r:id="rId15"/>
    <p:sldLayoutId id="2147485110" r:id="rId16"/>
    <p:sldLayoutId id="2147485166" r:id="rId17"/>
    <p:sldLayoutId id="2147485156" r:id="rId18"/>
    <p:sldLayoutId id="2147485167" r:id="rId19"/>
    <p:sldLayoutId id="2147485108" r:id="rId20"/>
    <p:sldLayoutId id="2147485107" r:id="rId21"/>
    <p:sldLayoutId id="2147485106" r:id="rId22"/>
    <p:sldLayoutId id="2147485090" r:id="rId23"/>
    <p:sldLayoutId id="2147485091" r:id="rId24"/>
    <p:sldLayoutId id="2147485092" r:id="rId25"/>
    <p:sldLayoutId id="2147485093" r:id="rId26"/>
    <p:sldLayoutId id="2147485116" r:id="rId27"/>
    <p:sldLayoutId id="2147485161" r:id="rId28"/>
    <p:sldLayoutId id="2147485159" r:id="rId29"/>
    <p:sldLayoutId id="2147485119" r:id="rId30"/>
    <p:sldLayoutId id="2147485184" r:id="rId31"/>
    <p:sldLayoutId id="2147485137" r:id="rId32"/>
    <p:sldLayoutId id="2147485120" r:id="rId33"/>
    <p:sldLayoutId id="2147485121" r:id="rId34"/>
    <p:sldLayoutId id="2147485141" r:id="rId35"/>
    <p:sldLayoutId id="2147485163" r:id="rId36"/>
    <p:sldLayoutId id="2147485139" r:id="rId37"/>
    <p:sldLayoutId id="2147485140" r:id="rId38"/>
    <p:sldLayoutId id="2147485122" r:id="rId39"/>
    <p:sldLayoutId id="2147485123" r:id="rId40"/>
    <p:sldLayoutId id="2147485151" r:id="rId41"/>
    <p:sldLayoutId id="2147485168" r:id="rId42"/>
    <p:sldLayoutId id="2147485127" r:id="rId43"/>
    <p:sldLayoutId id="2147485169" r:id="rId44"/>
    <p:sldLayoutId id="2147485126" r:id="rId45"/>
    <p:sldLayoutId id="2147485170" r:id="rId46"/>
    <p:sldLayoutId id="2147485153" r:id="rId47"/>
    <p:sldLayoutId id="2147485171" r:id="rId48"/>
    <p:sldLayoutId id="2147485128" r:id="rId49"/>
    <p:sldLayoutId id="2147485129" r:id="rId50"/>
    <p:sldLayoutId id="2147485130" r:id="rId51"/>
    <p:sldLayoutId id="2147485131" r:id="rId52"/>
    <p:sldLayoutId id="2147485145" r:id="rId53"/>
    <p:sldLayoutId id="2147485133" r:id="rId54"/>
    <p:sldLayoutId id="2147485144" r:id="rId55"/>
    <p:sldLayoutId id="2147485134" r:id="rId56"/>
    <p:sldLayoutId id="2147485146" r:id="rId57"/>
    <p:sldLayoutId id="2147485160" r:id="rId58"/>
    <p:sldLayoutId id="2147485172" r:id="rId59"/>
    <p:sldLayoutId id="2147485173" r:id="rId60"/>
    <p:sldLayoutId id="2147485174" r:id="rId61"/>
    <p:sldLayoutId id="2147485175" r:id="rId62"/>
    <p:sldLayoutId id="2147485176" r:id="rId63"/>
    <p:sldLayoutId id="2147485177" r:id="rId64"/>
    <p:sldLayoutId id="2147485178" r:id="rId65"/>
    <p:sldLayoutId id="2147485179" r:id="rId66"/>
    <p:sldLayoutId id="2147485180" r:id="rId67"/>
  </p:sldLayoutIdLst>
  <mc:AlternateContent xmlns:mc="http://schemas.openxmlformats.org/markup-compatibility/2006">
    <mc:Choice xmlns:p14="http://schemas.microsoft.com/office/powerpoint/2010/main" Requires="p14">
      <p:transition p14:dur="250"/>
    </mc:Choice>
    <mc:Fallback>
      <p:transition/>
    </mc:Fallback>
  </mc:AlternateContent>
  <p:hf sldNum="0" hdr="0" ftr="0" dt="0"/>
  <p:txStyles>
    <p:titleStyle>
      <a:lvl1pPr algn="l" defTabSz="914400" rtl="0" eaLnBrk="1" latinLnBrk="0" hangingPunct="1">
        <a:lnSpc>
          <a:spcPct val="90000"/>
        </a:lnSpc>
        <a:spcBef>
          <a:spcPct val="0"/>
        </a:spcBef>
        <a:buNone/>
        <a:defRPr sz="2400" kern="1200">
          <a:solidFill>
            <a:srgbClr val="006C67"/>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Clr>
          <a:srgbClr val="006C67"/>
        </a:buClr>
        <a:buFont typeface="Arial" panose="020B0604020202020204" pitchFamily="34" charset="0"/>
        <a:buChar char="​"/>
        <a:defRPr lang="en-US" sz="1200" kern="1200">
          <a:solidFill>
            <a:srgbClr val="000000"/>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rgbClr val="006C67"/>
        </a:buClr>
        <a:buFont typeface="Arial" panose="020B0604020202020204" pitchFamily="34" charset="0"/>
        <a:buChar char="•"/>
        <a:defRPr lang="en-US" sz="1200" kern="1200">
          <a:solidFill>
            <a:srgbClr val="000000"/>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rgbClr val="006C67"/>
        </a:buClr>
        <a:buFont typeface="Trebuchet MS" panose="020B0603020202020204" pitchFamily="34" charset="0"/>
        <a:buChar char="–"/>
        <a:defRPr lang="en-US" sz="1200" kern="1200">
          <a:solidFill>
            <a:srgbClr val="000000"/>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rgbClr val="006C67"/>
        </a:buClr>
        <a:buFont typeface="Arial" panose="020B0604020202020204" pitchFamily="34" charset="0"/>
        <a:buChar char="​"/>
        <a:defRPr lang="en-US" sz="1600" kern="1200">
          <a:solidFill>
            <a:srgbClr val="006C67"/>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
          <a:srgbClr val="006C67"/>
        </a:buClr>
        <a:buFont typeface="Arial" panose="020B0604020202020204" pitchFamily="34" charset="0"/>
        <a:buChar char="​"/>
        <a:defRPr lang="en-US" sz="1600" b="1" kern="1200" smtClean="0">
          <a:solidFill>
            <a:srgbClr val="000000"/>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rgbClr val="006C67"/>
        </a:buClr>
        <a:buFont typeface="Arial" panose="020B0604020202020204" pitchFamily="34" charset="0"/>
        <a:buChar char="•"/>
        <a:defRPr lang="en-US" sz="1600" kern="1200" smtClean="0">
          <a:solidFill>
            <a:srgbClr val="000000"/>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Clr>
          <a:srgbClr val="006C67"/>
        </a:buClr>
        <a:buFont typeface="Arial" panose="020B0604020202020204" pitchFamily="34" charset="0"/>
        <a:buChar char="​"/>
        <a:defRPr lang="en-US" sz="4400" kern="1200" baseline="0" smtClean="0">
          <a:solidFill>
            <a:srgbClr val="000000"/>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Clr>
          <a:srgbClr val="006C67"/>
        </a:buClr>
        <a:buFont typeface="Arial" panose="020B0604020202020204" pitchFamily="34" charset="0"/>
        <a:buChar char="​"/>
        <a:defRPr lang="en-US" sz="5400" kern="1200" baseline="0" smtClean="0">
          <a:solidFill>
            <a:srgbClr val="006C67"/>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Clr>
          <a:srgbClr val="006C67"/>
        </a:buClr>
        <a:buFont typeface="Arial" panose="020B0604020202020204" pitchFamily="34" charset="0"/>
        <a:buChar char="​"/>
        <a:defRPr lang="en-US" sz="2400" kern="1200" baseline="0" dirty="0">
          <a:solidFill>
            <a:srgbClr val="006C67"/>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userDrawn="1">
          <p15:clr>
            <a:srgbClr val="F26B43"/>
          </p15:clr>
        </p15:guide>
        <p15:guide id="2" pos="396" userDrawn="1">
          <p15:clr>
            <a:srgbClr val="F26B43"/>
          </p15:clr>
        </p15:guide>
        <p15:guide id="3" pos="7284" userDrawn="1">
          <p15:clr>
            <a:srgbClr val="F26B43"/>
          </p15:clr>
        </p15:guide>
        <p15:guide id="4" orient="horz" pos="3881"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34.xml"/><Relationship Id="rId5" Type="http://schemas.openxmlformats.org/officeDocument/2006/relationships/image" Target="../media/image12.emf"/><Relationship Id="rId4" Type="http://schemas.openxmlformats.org/officeDocument/2006/relationships/oleObject" Target="../embeddings/oleObject26.bin"/></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5.xml"/><Relationship Id="rId5" Type="http://schemas.openxmlformats.org/officeDocument/2006/relationships/image" Target="../media/image12.emf"/><Relationship Id="rId4" Type="http://schemas.openxmlformats.org/officeDocument/2006/relationships/oleObject" Target="../embeddings/oleObject27.bin"/></Relationships>
</file>

<file path=ppt/slides/_rels/slide3.xml.rels><?xml version="1.0" encoding="UTF-8" standalone="yes"?>
<Relationships xmlns="http://schemas.openxmlformats.org/package/2006/relationships"><Relationship Id="rId3" Type="http://schemas.openxmlformats.org/officeDocument/2006/relationships/tags" Target="../tags/tag38.xml"/><Relationship Id="rId7" Type="http://schemas.openxmlformats.org/officeDocument/2006/relationships/image" Target="../media/image12.emf"/><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oleObject" Target="../embeddings/oleObject26.bin"/><Relationship Id="rId5" Type="http://schemas.openxmlformats.org/officeDocument/2006/relationships/notesSlide" Target="../notesSlides/notesSlide3.xml"/><Relationship Id="rId4" Type="http://schemas.openxmlformats.org/officeDocument/2006/relationships/slideLayout" Target="../slideLayouts/slideLayout3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26.xml"/><Relationship Id="rId1" Type="http://schemas.openxmlformats.org/officeDocument/2006/relationships/tags" Target="../tags/tag39.xml"/><Relationship Id="rId4" Type="http://schemas.openxmlformats.org/officeDocument/2006/relationships/image" Target="../media/image8.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extLst>
              <p:ext uri="{D42A27DB-BD31-4B8C-83A1-F6EECF244321}">
                <p14:modId xmlns:p14="http://schemas.microsoft.com/office/powerpoint/2010/main" val="21666353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Title 7"/>
          <p:cNvSpPr>
            <a:spLocks noGrp="1"/>
          </p:cNvSpPr>
          <p:nvPr>
            <p:ph type="ctrTitle"/>
          </p:nvPr>
        </p:nvSpPr>
        <p:spPr/>
        <p:txBody>
          <a:bodyPr/>
          <a:lstStyle/>
          <a:p>
            <a:endParaRPr lang="en-US" dirty="0"/>
          </a:p>
        </p:txBody>
      </p:sp>
      <p:sp>
        <p:nvSpPr>
          <p:cNvPr id="9" name="Text Placeholder 8"/>
          <p:cNvSpPr>
            <a:spLocks noGrp="1"/>
          </p:cNvSpPr>
          <p:nvPr>
            <p:ph type="body" sz="quarter" idx="10"/>
          </p:nvPr>
        </p:nvSpPr>
        <p:spPr/>
        <p:txBody>
          <a:bodyPr/>
          <a:lstStyle/>
          <a:p>
            <a:endParaRPr lang="en-US"/>
          </a:p>
        </p:txBody>
      </p:sp>
      <p:sp>
        <p:nvSpPr>
          <p:cNvPr id="10" name="Text Placeholder 9"/>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2348200686"/>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extLst>
              <p:ext uri="{D42A27DB-BD31-4B8C-83A1-F6EECF244321}">
                <p14:modId xmlns:p14="http://schemas.microsoft.com/office/powerpoint/2010/main" val="18641402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0" name="Title 59">
            <a:extLst>
              <a:ext uri="{FF2B5EF4-FFF2-40B4-BE49-F238E27FC236}">
                <a16:creationId xmlns:a16="http://schemas.microsoft.com/office/drawing/2014/main" id="{782B30ED-3565-47A5-BDF9-0D124A2EBA40}"/>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1907662799"/>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extLst>
              <p:ext uri="{D42A27DB-BD31-4B8C-83A1-F6EECF244321}">
                <p14:modId xmlns:p14="http://schemas.microsoft.com/office/powerpoint/2010/main" val="23962395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286" imgH="286" progId="TCLayout.ActiveDocument.1">
                  <p:embed/>
                </p:oleObj>
              </mc:Choice>
              <mc:Fallback>
                <p:oleObj name="think-cell Slide" r:id="rId6" imgW="286" imgH="286" progId="TCLayout.ActiveDocument.1">
                  <p:embed/>
                  <p:pic>
                    <p:nvPicPr>
                      <p:cNvPr id="0" name=""/>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2" name="Rectangle 21" hidden="1">
            <a:extLst>
              <a:ext uri="{FF2B5EF4-FFF2-40B4-BE49-F238E27FC236}">
                <a16:creationId xmlns:a16="http://schemas.microsoft.com/office/drawing/2014/main" id="{A1F21A98-2D42-48E3-B1BD-0B8162CBE469}"/>
              </a:ext>
            </a:extLst>
          </p:cNvPr>
          <p:cNvSpPr/>
          <p:nvPr>
            <p:custDataLst>
              <p:tags r:id="rId2"/>
            </p:custDataLst>
          </p:nvPr>
        </p:nvSpPr>
        <p:spPr bwMode="gray">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spcBef>
                <a:spcPct val="0"/>
              </a:spcBef>
              <a:spcAft>
                <a:spcPct val="0"/>
              </a:spcAft>
            </a:pPr>
            <a:endParaRPr lang="en-US" sz="1600" dirty="0">
              <a:solidFill>
                <a:srgbClr val="FFFFFF"/>
              </a:solidFill>
              <a:latin typeface="Trebuchet MS" panose="020B0603020202020204" pitchFamily="34" charset="0"/>
              <a:sym typeface="Trebuchet MS" panose="020B0603020202020204" pitchFamily="34" charset="0"/>
            </a:endParaRPr>
          </a:p>
        </p:txBody>
      </p:sp>
      <p:sp>
        <p:nvSpPr>
          <p:cNvPr id="29" name="Rectangle 28" hidden="1">
            <a:extLst>
              <a:ext uri="{FF2B5EF4-FFF2-40B4-BE49-F238E27FC236}">
                <a16:creationId xmlns:a16="http://schemas.microsoft.com/office/drawing/2014/main" id="{44B6826E-7ADE-429E-8BCB-5D4C1276C4BD}"/>
              </a:ext>
            </a:extLst>
          </p:cNvPr>
          <p:cNvSpPr/>
          <p:nvPr>
            <p:custDataLst>
              <p:tags r:id="rId3"/>
            </p:custDataLst>
          </p:nvPr>
        </p:nvSpPr>
        <p:spPr bwMode="gray">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spcBef>
                <a:spcPct val="0"/>
              </a:spcBef>
              <a:spcAft>
                <a:spcPct val="0"/>
              </a:spcAft>
            </a:pPr>
            <a:endParaRPr lang="en-US" sz="1600" dirty="0">
              <a:solidFill>
                <a:srgbClr val="FFFFFF"/>
              </a:solidFill>
              <a:latin typeface="Trebuchet MS" panose="020B0603020202020204" pitchFamily="34" charset="0"/>
              <a:sym typeface="Trebuchet MS" panose="020B0603020202020204" pitchFamily="34" charset="0"/>
            </a:endParaRPr>
          </a:p>
        </p:txBody>
      </p:sp>
      <p:sp>
        <p:nvSpPr>
          <p:cNvPr id="43" name="Title 42">
            <a:extLst>
              <a:ext uri="{FF2B5EF4-FFF2-40B4-BE49-F238E27FC236}">
                <a16:creationId xmlns:a16="http://schemas.microsoft.com/office/drawing/2014/main" id="{9F93D38B-198D-44AD-8C0F-FBAC463DC34A}"/>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453419290"/>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0785140"/>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9334040-AFB8-4C57-A98D-6BE12EDD4F6D}"/>
              </a:ext>
            </a:extLst>
          </p:cNvPr>
          <p:cNvGraphicFramePr>
            <a:graphicFrameLocks noChangeAspect="1"/>
          </p:cNvGraphicFramePr>
          <p:nvPr>
            <p:custDataLst>
              <p:tags r:id="rId1"/>
            </p:custDataLst>
            <p:extLst>
              <p:ext uri="{D42A27DB-BD31-4B8C-83A1-F6EECF244321}">
                <p14:modId xmlns:p14="http://schemas.microsoft.com/office/powerpoint/2010/main" val="15377340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3" imgH="363" progId="TCLayout.ActiveDocument.1">
                  <p:embed/>
                </p:oleObj>
              </mc:Choice>
              <mc:Fallback>
                <p:oleObj name="think-cell Slide" r:id="rId3" imgW="353" imgH="363"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Tree>
    <p:extLst>
      <p:ext uri="{BB962C8B-B14F-4D97-AF65-F5344CB8AC3E}">
        <p14:creationId xmlns:p14="http://schemas.microsoft.com/office/powerpoint/2010/main" val="2030844252"/>
      </p:ext>
    </p:extLst>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3045&quot;&gt;&lt;version val=&quot;2418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EE4P_MASTERWIZARD_DRAFT" val="0"/>
  <p:tag name="EE4P_LANGUAGE_ID" val="1033"/>
  <p:tag name="EE4P_MASTERWIZARD_MARGINS" val="0"/>
  <p:tag name="EE4P_STYLE_ID" val="xNTEKhAv"/>
  <p:tag name="EE4P_STYLE_NAME" val="MoMH English Grid 16:9"/>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4RGjgtUESheJieGFcsjDRQ"/>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4RGjgtUESheJieGFcsjDRQ"/>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MoMH English Grid 16:9 - 22552">
  <a:themeElements>
    <a:clrScheme name="Grid MoMRAH">
      <a:dk1>
        <a:srgbClr val="000000"/>
      </a:dk1>
      <a:lt1>
        <a:sysClr val="window" lastClr="FFFFFF"/>
      </a:lt1>
      <a:dk2>
        <a:srgbClr val="006C67"/>
      </a:dk2>
      <a:lt2>
        <a:srgbClr val="F2F2F2"/>
      </a:lt2>
      <a:accent1>
        <a:srgbClr val="003A37"/>
      </a:accent1>
      <a:accent2>
        <a:srgbClr val="004C48"/>
      </a:accent2>
      <a:accent3>
        <a:srgbClr val="9BC73E"/>
      </a:accent3>
      <a:accent4>
        <a:srgbClr val="009A93"/>
      </a:accent4>
      <a:accent5>
        <a:srgbClr val="535353"/>
      </a:accent5>
      <a:accent6>
        <a:srgbClr val="2DC5D9"/>
      </a:accent6>
      <a:hlink>
        <a:srgbClr val="EB641B"/>
      </a:hlink>
      <a:folHlink>
        <a:srgbClr val="FF00FF"/>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6C67"/>
        </a:solidFill>
        <a:ln w="9525" cap="rnd" cmpd="sng" algn="ctr">
          <a:solidFill>
            <a:srgbClr val="006C67"/>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rgbClr val="9A9A9A"/>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dirty="0" err="1" smtClean="0">
            <a:solidFill>
              <a:srgbClr val="000000"/>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Blank_16x9.potx" id="{F1417891-ADEE-4A5A-84BF-A61365689D8D}" vid="{7D249777-7FCF-437A-B862-D77B0EF45DB4}"/>
    </a:ext>
  </a:extLst>
</a:theme>
</file>

<file path=ppt/theme/theme2.xml><?xml version="1.0" encoding="utf-8"?>
<a:theme xmlns:a="http://schemas.openxmlformats.org/drawingml/2006/main" name="Office Theme">
  <a:themeElements>
    <a:clrScheme name="BCG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E3558"/>
      </a:hlink>
      <a:folHlink>
        <a:srgbClr val="670F31"/>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CG Colors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FC77E"/>
      </a:hlink>
      <a:folHlink>
        <a:srgbClr val="03522D"/>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114</TotalTime>
  <Words>4</Words>
  <Application>Microsoft Office PowerPoint</Application>
  <PresentationFormat>Widescreen</PresentationFormat>
  <Paragraphs>4</Paragraphs>
  <Slides>5</Slides>
  <Notes>4</Notes>
  <HiddenSlides>0</HiddenSlides>
  <MMClips>0</MMClips>
  <ScaleCrop>false</ScaleCrop>
  <HeadingPairs>
    <vt:vector size="10" baseType="variant">
      <vt:variant>
        <vt:lpstr>Fonts Used</vt:lpstr>
      </vt:variant>
      <vt:variant>
        <vt:i4>2</vt:i4>
      </vt:variant>
      <vt:variant>
        <vt:lpstr>Theme</vt:lpstr>
      </vt:variant>
      <vt:variant>
        <vt:i4>1</vt:i4>
      </vt:variant>
      <vt:variant>
        <vt:lpstr>Embedded OLE Servers</vt:lpstr>
      </vt:variant>
      <vt:variant>
        <vt:i4>1</vt:i4>
      </vt:variant>
      <vt:variant>
        <vt:lpstr>Slide Titles</vt:lpstr>
      </vt:variant>
      <vt:variant>
        <vt:i4>5</vt:i4>
      </vt:variant>
      <vt:variant>
        <vt:lpstr>Custom Shows</vt:lpstr>
      </vt:variant>
      <vt:variant>
        <vt:i4>1</vt:i4>
      </vt:variant>
    </vt:vector>
  </HeadingPairs>
  <TitlesOfParts>
    <vt:vector size="10" baseType="lpstr">
      <vt:lpstr>Arial</vt:lpstr>
      <vt:lpstr>Trebuchet MS</vt:lpstr>
      <vt:lpstr>MoMH English Grid 16:9 - 22552</vt:lpstr>
      <vt:lpstr>think-cell Slide</vt:lpstr>
      <vt:lpstr>PowerPoint Presentation</vt:lpstr>
      <vt:lpstr>PowerPoint Presentation</vt:lpstr>
      <vt:lpstr>PowerPoint Presentation</vt:lpstr>
      <vt:lpstr>PowerPoint Presentation</vt:lpstr>
      <vt:lpstr>PowerPoint Presentation</vt:lpstr>
      <vt:lpstr>Format Guide Workshop</vt:lpstr>
    </vt:vector>
  </TitlesOfParts>
  <Company>The Boston Consulting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The Boston Consulting Group</dc:creator>
  <cp:lastModifiedBy>VND Badr, Kevin</cp:lastModifiedBy>
  <cp:revision>475</cp:revision>
  <cp:lastPrinted>1999-12-31T22:00:00Z</cp:lastPrinted>
  <dcterms:created xsi:type="dcterms:W3CDTF">2026-10-28T15:13:02Z</dcterms:created>
  <dcterms:modified xsi:type="dcterms:W3CDTF">2026-10-28T15:13:24Z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 Name">
    <vt:lpwstr>Grid Format</vt:lpwstr>
  </property>
  <property fmtid="{D5CDD505-2E9C-101B-9397-08002B2CF9AE}" pid="3" name="NXPowerLiteLastOptimized">
    <vt:lpwstr>488649</vt:lpwstr>
  </property>
  <property fmtid="{D5CDD505-2E9C-101B-9397-08002B2CF9AE}" pid="4" name="NXPowerLiteSettings">
    <vt:lpwstr>87000AA0054001</vt:lpwstr>
  </property>
  <property fmtid="{D5CDD505-2E9C-101B-9397-08002B2CF9AE}" pid="5" name="NXPowerLiteVersion">
    <vt:lpwstr>D7.1.8</vt:lpwstr>
  </property>
  <property fmtid="{D5CDD505-2E9C-101B-9397-08002B2CF9AE}" pid="6" name="Template Name">
    <vt:lpwstr>16x9</vt:lpwstr>
  </property>
</Properties>
</file>